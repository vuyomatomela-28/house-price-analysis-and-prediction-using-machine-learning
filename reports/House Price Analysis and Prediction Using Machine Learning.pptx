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6" r:id="rId9"/>
    <p:sldId id="265" r:id="rId10"/>
    <p:sldId id="267" r:id="rId11"/>
    <p:sldId id="262" r:id="rId12"/>
    <p:sldId id="263" r:id="rId13"/>
    <p:sldId id="271" r:id="rId14"/>
    <p:sldId id="264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C54692F-DD08-4225-8297-4896AFED28AD}">
          <p14:sldIdLst>
            <p14:sldId id="256"/>
            <p14:sldId id="257"/>
            <p14:sldId id="258"/>
            <p14:sldId id="259"/>
            <p14:sldId id="260"/>
            <p14:sldId id="268"/>
            <p14:sldId id="261"/>
            <p14:sldId id="266"/>
            <p14:sldId id="265"/>
            <p14:sldId id="267"/>
            <p14:sldId id="262"/>
            <p14:sldId id="263"/>
            <p14:sldId id="271"/>
            <p14:sldId id="264"/>
            <p14:sldId id="269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051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823F01-ECF1-4C20-A270-D26259C0B826}" type="doc">
      <dgm:prSet loTypeId="urn:microsoft.com/office/officeart/2018/2/layout/IconLabelList" loCatId="icon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C197682-C7EC-4DC6-A0D9-406709DCE48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Goal: Build a model capable of predicting house prices using historical housing data.</a:t>
          </a:r>
          <a:endParaRPr lang="en-US"/>
        </a:p>
      </dgm:t>
    </dgm:pt>
    <dgm:pt modelId="{F7AC26E1-08DC-4C69-943D-AE4901CB1771}" type="parTrans" cxnId="{B493BF3B-0816-45B0-97C7-B4444FBB5D7B}">
      <dgm:prSet/>
      <dgm:spPr/>
      <dgm:t>
        <a:bodyPr/>
        <a:lstStyle/>
        <a:p>
          <a:endParaRPr lang="en-US"/>
        </a:p>
      </dgm:t>
    </dgm:pt>
    <dgm:pt modelId="{4EE4184A-341D-42A0-8614-537C171A70D2}" type="sibTrans" cxnId="{B493BF3B-0816-45B0-97C7-B4444FBB5D7B}">
      <dgm:prSet/>
      <dgm:spPr/>
      <dgm:t>
        <a:bodyPr/>
        <a:lstStyle/>
        <a:p>
          <a:endParaRPr lang="en-US"/>
        </a:p>
      </dgm:t>
    </dgm:pt>
    <dgm:pt modelId="{EDBFBB9B-861A-4B47-B89E-5D10D501954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Predicting house prices manually is difficult because many variables influence the final selling price.</a:t>
          </a:r>
          <a:endParaRPr lang="en-US" dirty="0"/>
        </a:p>
      </dgm:t>
    </dgm:pt>
    <dgm:pt modelId="{B54ABBE5-234C-4D7A-A285-F026019B9241}" type="sibTrans" cxnId="{A1E9E761-869C-4666-B781-8546E82A4136}">
      <dgm:prSet/>
      <dgm:spPr/>
      <dgm:t>
        <a:bodyPr/>
        <a:lstStyle/>
        <a:p>
          <a:endParaRPr lang="en-US"/>
        </a:p>
      </dgm:t>
    </dgm:pt>
    <dgm:pt modelId="{D1513BF7-50C2-4102-9FD0-F8F2CF99186D}" type="parTrans" cxnId="{A1E9E761-869C-4666-B781-8546E82A4136}">
      <dgm:prSet/>
      <dgm:spPr/>
      <dgm:t>
        <a:bodyPr/>
        <a:lstStyle/>
        <a:p>
          <a:endParaRPr lang="en-US"/>
        </a:p>
      </dgm:t>
    </dgm:pt>
    <dgm:pt modelId="{03A6C144-890C-4D44-B917-8B21F160F238}" type="pres">
      <dgm:prSet presAssocID="{C6823F01-ECF1-4C20-A270-D26259C0B826}" presName="root" presStyleCnt="0">
        <dgm:presLayoutVars>
          <dgm:dir/>
          <dgm:resizeHandles val="exact"/>
        </dgm:presLayoutVars>
      </dgm:prSet>
      <dgm:spPr/>
    </dgm:pt>
    <dgm:pt modelId="{94750FC1-9016-487C-975A-99547604D883}" type="pres">
      <dgm:prSet presAssocID="{EDBFBB9B-861A-4B47-B89E-5D10D5019546}" presName="compNode" presStyleCnt="0"/>
      <dgm:spPr/>
    </dgm:pt>
    <dgm:pt modelId="{F7D10039-007B-4798-B472-B805AE9E5FAC}" type="pres">
      <dgm:prSet presAssocID="{EDBFBB9B-861A-4B47-B89E-5D10D5019546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2CB0FDFA-304B-471A-B19D-ADF6E97DF25C}" type="pres">
      <dgm:prSet presAssocID="{EDBFBB9B-861A-4B47-B89E-5D10D5019546}" presName="spaceRect" presStyleCnt="0"/>
      <dgm:spPr/>
    </dgm:pt>
    <dgm:pt modelId="{2BBED50D-C7D0-4978-8094-13E6F83DBFF8}" type="pres">
      <dgm:prSet presAssocID="{EDBFBB9B-861A-4B47-B89E-5D10D5019546}" presName="textRect" presStyleLbl="revTx" presStyleIdx="0" presStyleCnt="2">
        <dgm:presLayoutVars>
          <dgm:chMax val="1"/>
          <dgm:chPref val="1"/>
        </dgm:presLayoutVars>
      </dgm:prSet>
      <dgm:spPr/>
    </dgm:pt>
    <dgm:pt modelId="{19671C0C-F726-453B-9A2D-6630B569E642}" type="pres">
      <dgm:prSet presAssocID="{B54ABBE5-234C-4D7A-A285-F026019B9241}" presName="sibTrans" presStyleCnt="0"/>
      <dgm:spPr/>
    </dgm:pt>
    <dgm:pt modelId="{26180885-EB7C-4046-956C-22F4B9E780A6}" type="pres">
      <dgm:prSet presAssocID="{1C197682-C7EC-4DC6-A0D9-406709DCE48D}" presName="compNode" presStyleCnt="0"/>
      <dgm:spPr/>
    </dgm:pt>
    <dgm:pt modelId="{A0A65A40-EACB-4041-8EAC-F2E301511720}" type="pres">
      <dgm:prSet presAssocID="{1C197682-C7EC-4DC6-A0D9-406709DCE48D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075B8EAF-DC0E-474A-9176-719E2E41A0E2}" type="pres">
      <dgm:prSet presAssocID="{1C197682-C7EC-4DC6-A0D9-406709DCE48D}" presName="spaceRect" presStyleCnt="0"/>
      <dgm:spPr/>
    </dgm:pt>
    <dgm:pt modelId="{C5532DE3-16AB-46B3-8D10-39F69DABB7EB}" type="pres">
      <dgm:prSet presAssocID="{1C197682-C7EC-4DC6-A0D9-406709DCE48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FE82D16-F138-40C9-A715-A768349DE2A9}" type="presOf" srcId="{EDBFBB9B-861A-4B47-B89E-5D10D5019546}" destId="{2BBED50D-C7D0-4978-8094-13E6F83DBFF8}" srcOrd="0" destOrd="0" presId="urn:microsoft.com/office/officeart/2018/2/layout/IconLabelList"/>
    <dgm:cxn modelId="{B493BF3B-0816-45B0-97C7-B4444FBB5D7B}" srcId="{C6823F01-ECF1-4C20-A270-D26259C0B826}" destId="{1C197682-C7EC-4DC6-A0D9-406709DCE48D}" srcOrd="1" destOrd="0" parTransId="{F7AC26E1-08DC-4C69-943D-AE4901CB1771}" sibTransId="{4EE4184A-341D-42A0-8614-537C171A70D2}"/>
    <dgm:cxn modelId="{751BBF60-669F-4389-A938-73026AFA9D11}" type="presOf" srcId="{C6823F01-ECF1-4C20-A270-D26259C0B826}" destId="{03A6C144-890C-4D44-B917-8B21F160F238}" srcOrd="0" destOrd="0" presId="urn:microsoft.com/office/officeart/2018/2/layout/IconLabelList"/>
    <dgm:cxn modelId="{A1E9E761-869C-4666-B781-8546E82A4136}" srcId="{C6823F01-ECF1-4C20-A270-D26259C0B826}" destId="{EDBFBB9B-861A-4B47-B89E-5D10D5019546}" srcOrd="0" destOrd="0" parTransId="{D1513BF7-50C2-4102-9FD0-F8F2CF99186D}" sibTransId="{B54ABBE5-234C-4D7A-A285-F026019B9241}"/>
    <dgm:cxn modelId="{A3A673C3-C320-477C-80BF-C8C9ED142645}" type="presOf" srcId="{1C197682-C7EC-4DC6-A0D9-406709DCE48D}" destId="{C5532DE3-16AB-46B3-8D10-39F69DABB7EB}" srcOrd="0" destOrd="0" presId="urn:microsoft.com/office/officeart/2018/2/layout/IconLabelList"/>
    <dgm:cxn modelId="{DD901D20-B307-463D-8C8C-991EF4242CE2}" type="presParOf" srcId="{03A6C144-890C-4D44-B917-8B21F160F238}" destId="{94750FC1-9016-487C-975A-99547604D883}" srcOrd="0" destOrd="0" presId="urn:microsoft.com/office/officeart/2018/2/layout/IconLabelList"/>
    <dgm:cxn modelId="{280FB85F-E5F1-4CE7-8909-99DDF6FB9289}" type="presParOf" srcId="{94750FC1-9016-487C-975A-99547604D883}" destId="{F7D10039-007B-4798-B472-B805AE9E5FAC}" srcOrd="0" destOrd="0" presId="urn:microsoft.com/office/officeart/2018/2/layout/IconLabelList"/>
    <dgm:cxn modelId="{E5C191E1-2546-4368-8000-BCD284FC5775}" type="presParOf" srcId="{94750FC1-9016-487C-975A-99547604D883}" destId="{2CB0FDFA-304B-471A-B19D-ADF6E97DF25C}" srcOrd="1" destOrd="0" presId="urn:microsoft.com/office/officeart/2018/2/layout/IconLabelList"/>
    <dgm:cxn modelId="{B2C93E0D-98B3-4FED-BB1B-2A35CBB4ABA5}" type="presParOf" srcId="{94750FC1-9016-487C-975A-99547604D883}" destId="{2BBED50D-C7D0-4978-8094-13E6F83DBFF8}" srcOrd="2" destOrd="0" presId="urn:microsoft.com/office/officeart/2018/2/layout/IconLabelList"/>
    <dgm:cxn modelId="{B7925FC4-064C-4378-A6A5-EC2F18939DDE}" type="presParOf" srcId="{03A6C144-890C-4D44-B917-8B21F160F238}" destId="{19671C0C-F726-453B-9A2D-6630B569E642}" srcOrd="1" destOrd="0" presId="urn:microsoft.com/office/officeart/2018/2/layout/IconLabelList"/>
    <dgm:cxn modelId="{F8DE15C9-F364-454E-AC3C-C3665BF24DB5}" type="presParOf" srcId="{03A6C144-890C-4D44-B917-8B21F160F238}" destId="{26180885-EB7C-4046-956C-22F4B9E780A6}" srcOrd="2" destOrd="0" presId="urn:microsoft.com/office/officeart/2018/2/layout/IconLabelList"/>
    <dgm:cxn modelId="{C0D5768B-3A2A-4DF6-9692-F9E8D4846664}" type="presParOf" srcId="{26180885-EB7C-4046-956C-22F4B9E780A6}" destId="{A0A65A40-EACB-4041-8EAC-F2E301511720}" srcOrd="0" destOrd="0" presId="urn:microsoft.com/office/officeart/2018/2/layout/IconLabelList"/>
    <dgm:cxn modelId="{AC73861B-905D-43A2-A5EE-9D673D195C63}" type="presParOf" srcId="{26180885-EB7C-4046-956C-22F4B9E780A6}" destId="{075B8EAF-DC0E-474A-9176-719E2E41A0E2}" srcOrd="1" destOrd="0" presId="urn:microsoft.com/office/officeart/2018/2/layout/IconLabelList"/>
    <dgm:cxn modelId="{1123160E-431C-4F7E-8DD1-D0BDD8E8E83B}" type="presParOf" srcId="{26180885-EB7C-4046-956C-22F4B9E780A6}" destId="{C5532DE3-16AB-46B3-8D10-39F69DABB7E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07CDC8-AA8F-4851-B6A4-3558BAC3BAF3}" type="doc">
      <dgm:prSet loTypeId="urn:microsoft.com/office/officeart/2016/7/layout/VerticalDownArrowProcess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BF2F19A-A188-47D1-BD22-A3BC92A64CFD}">
      <dgm:prSet/>
      <dgm:spPr/>
      <dgm:t>
        <a:bodyPr/>
        <a:lstStyle/>
        <a:p>
          <a:r>
            <a:rPr lang="en-US"/>
            <a:t>Explore</a:t>
          </a:r>
        </a:p>
      </dgm:t>
    </dgm:pt>
    <dgm:pt modelId="{57FF7A85-2465-4858-BF38-4AB4C0AE34E9}" type="parTrans" cxnId="{32314259-7CC9-446F-8E88-A25B349A5EBD}">
      <dgm:prSet/>
      <dgm:spPr/>
      <dgm:t>
        <a:bodyPr/>
        <a:lstStyle/>
        <a:p>
          <a:endParaRPr lang="en-US"/>
        </a:p>
      </dgm:t>
    </dgm:pt>
    <dgm:pt modelId="{D9583AAC-9648-40C2-A100-CDC5DF26CCA2}" type="sibTrans" cxnId="{32314259-7CC9-446F-8E88-A25B349A5EBD}">
      <dgm:prSet/>
      <dgm:spPr/>
      <dgm:t>
        <a:bodyPr/>
        <a:lstStyle/>
        <a:p>
          <a:endParaRPr lang="en-US"/>
        </a:p>
      </dgm:t>
    </dgm:pt>
    <dgm:pt modelId="{E88F5A08-115C-4751-B9E9-AB6EEE3A3D6E}">
      <dgm:prSet/>
      <dgm:spPr/>
      <dgm:t>
        <a:bodyPr/>
        <a:lstStyle/>
        <a:p>
          <a:r>
            <a:rPr lang="en-US"/>
            <a:t>Explore the dataset </a:t>
          </a:r>
        </a:p>
      </dgm:t>
    </dgm:pt>
    <dgm:pt modelId="{8AF08FD9-9246-44BC-9C8F-882FEFD0036A}" type="parTrans" cxnId="{A6C9F91A-4906-4786-BC20-4A5DCD12BA22}">
      <dgm:prSet/>
      <dgm:spPr/>
      <dgm:t>
        <a:bodyPr/>
        <a:lstStyle/>
        <a:p>
          <a:endParaRPr lang="en-US"/>
        </a:p>
      </dgm:t>
    </dgm:pt>
    <dgm:pt modelId="{89EC5968-A66A-4B31-98C9-BB2A4FF72B63}" type="sibTrans" cxnId="{A6C9F91A-4906-4786-BC20-4A5DCD12BA22}">
      <dgm:prSet/>
      <dgm:spPr/>
      <dgm:t>
        <a:bodyPr/>
        <a:lstStyle/>
        <a:p>
          <a:endParaRPr lang="en-US"/>
        </a:p>
      </dgm:t>
    </dgm:pt>
    <dgm:pt modelId="{7830A4E7-AA8B-4EC7-BA39-2BF6A173C77E}">
      <dgm:prSet/>
      <dgm:spPr/>
      <dgm:t>
        <a:bodyPr/>
        <a:lstStyle/>
        <a:p>
          <a:r>
            <a:rPr lang="en-US"/>
            <a:t>Clean</a:t>
          </a:r>
        </a:p>
      </dgm:t>
    </dgm:pt>
    <dgm:pt modelId="{4BF955BE-DD85-49F7-9E20-C3FF9A1D1B36}" type="parTrans" cxnId="{D18B6D13-A239-493E-8C60-44A21515DB53}">
      <dgm:prSet/>
      <dgm:spPr/>
      <dgm:t>
        <a:bodyPr/>
        <a:lstStyle/>
        <a:p>
          <a:endParaRPr lang="en-US"/>
        </a:p>
      </dgm:t>
    </dgm:pt>
    <dgm:pt modelId="{87E5C866-F75C-4461-A7FA-D868E438F7D9}" type="sibTrans" cxnId="{D18B6D13-A239-493E-8C60-44A21515DB53}">
      <dgm:prSet/>
      <dgm:spPr/>
      <dgm:t>
        <a:bodyPr/>
        <a:lstStyle/>
        <a:p>
          <a:endParaRPr lang="en-US"/>
        </a:p>
      </dgm:t>
    </dgm:pt>
    <dgm:pt modelId="{A84C18EF-8E5E-4EE6-AB2C-0817D8D42B39}">
      <dgm:prSet/>
      <dgm:spPr/>
      <dgm:t>
        <a:bodyPr/>
        <a:lstStyle/>
        <a:p>
          <a:r>
            <a:rPr lang="en-US"/>
            <a:t>Clean the data </a:t>
          </a:r>
        </a:p>
      </dgm:t>
    </dgm:pt>
    <dgm:pt modelId="{B176BBA1-7A08-4CA2-98C5-904C3E303C28}" type="parTrans" cxnId="{0B77D299-5D73-4CF6-ADD4-3184763F94D7}">
      <dgm:prSet/>
      <dgm:spPr/>
      <dgm:t>
        <a:bodyPr/>
        <a:lstStyle/>
        <a:p>
          <a:endParaRPr lang="en-US"/>
        </a:p>
      </dgm:t>
    </dgm:pt>
    <dgm:pt modelId="{83E775EB-65A7-4298-BE3C-70794542B528}" type="sibTrans" cxnId="{0B77D299-5D73-4CF6-ADD4-3184763F94D7}">
      <dgm:prSet/>
      <dgm:spPr/>
      <dgm:t>
        <a:bodyPr/>
        <a:lstStyle/>
        <a:p>
          <a:endParaRPr lang="en-US"/>
        </a:p>
      </dgm:t>
    </dgm:pt>
    <dgm:pt modelId="{E97CD2A9-03B2-48E7-947F-BCE0FB55D27B}">
      <dgm:prSet/>
      <dgm:spPr/>
      <dgm:t>
        <a:bodyPr/>
        <a:lstStyle/>
        <a:p>
          <a:r>
            <a:rPr lang="en-US"/>
            <a:t>Perform</a:t>
          </a:r>
        </a:p>
      </dgm:t>
    </dgm:pt>
    <dgm:pt modelId="{986FD0CF-2FA4-49F8-B5F0-CA81B611DC1D}" type="parTrans" cxnId="{D25CAF60-CD69-4720-B40F-24374BAFC542}">
      <dgm:prSet/>
      <dgm:spPr/>
      <dgm:t>
        <a:bodyPr/>
        <a:lstStyle/>
        <a:p>
          <a:endParaRPr lang="en-US"/>
        </a:p>
      </dgm:t>
    </dgm:pt>
    <dgm:pt modelId="{3E15D139-5D26-4E70-A2B5-452AE2AD6E79}" type="sibTrans" cxnId="{D25CAF60-CD69-4720-B40F-24374BAFC542}">
      <dgm:prSet/>
      <dgm:spPr/>
      <dgm:t>
        <a:bodyPr/>
        <a:lstStyle/>
        <a:p>
          <a:endParaRPr lang="en-US"/>
        </a:p>
      </dgm:t>
    </dgm:pt>
    <dgm:pt modelId="{D3CC2B12-2C15-413C-AA13-E4092A07B43B}">
      <dgm:prSet/>
      <dgm:spPr/>
      <dgm:t>
        <a:bodyPr/>
        <a:lstStyle/>
        <a:p>
          <a:r>
            <a:rPr lang="en-US"/>
            <a:t>Perform exploratory data analysis </a:t>
          </a:r>
        </a:p>
      </dgm:t>
    </dgm:pt>
    <dgm:pt modelId="{FBEE6DB5-DF07-426F-8935-BEFE76014B82}" type="parTrans" cxnId="{E6FDB605-83DC-463F-8A83-B8DD3FA856CE}">
      <dgm:prSet/>
      <dgm:spPr/>
      <dgm:t>
        <a:bodyPr/>
        <a:lstStyle/>
        <a:p>
          <a:endParaRPr lang="en-US"/>
        </a:p>
      </dgm:t>
    </dgm:pt>
    <dgm:pt modelId="{B76DDF3D-6E83-417E-A37C-2D43451168F9}" type="sibTrans" cxnId="{E6FDB605-83DC-463F-8A83-B8DD3FA856CE}">
      <dgm:prSet/>
      <dgm:spPr/>
      <dgm:t>
        <a:bodyPr/>
        <a:lstStyle/>
        <a:p>
          <a:endParaRPr lang="en-US"/>
        </a:p>
      </dgm:t>
    </dgm:pt>
    <dgm:pt modelId="{B0052108-9CB6-4E33-954A-88B39B581F86}">
      <dgm:prSet/>
      <dgm:spPr/>
      <dgm:t>
        <a:bodyPr/>
        <a:lstStyle/>
        <a:p>
          <a:r>
            <a:rPr lang="en-US"/>
            <a:t>Build</a:t>
          </a:r>
        </a:p>
      </dgm:t>
    </dgm:pt>
    <dgm:pt modelId="{86523580-0248-4015-A775-081C3DA2E519}" type="parTrans" cxnId="{6D45C216-FC67-49C0-8890-4E7000532A55}">
      <dgm:prSet/>
      <dgm:spPr/>
      <dgm:t>
        <a:bodyPr/>
        <a:lstStyle/>
        <a:p>
          <a:endParaRPr lang="en-US"/>
        </a:p>
      </dgm:t>
    </dgm:pt>
    <dgm:pt modelId="{A13E9E2A-D5BD-4A66-B824-1498D27E84B6}" type="sibTrans" cxnId="{6D45C216-FC67-49C0-8890-4E7000532A55}">
      <dgm:prSet/>
      <dgm:spPr/>
      <dgm:t>
        <a:bodyPr/>
        <a:lstStyle/>
        <a:p>
          <a:endParaRPr lang="en-US"/>
        </a:p>
      </dgm:t>
    </dgm:pt>
    <dgm:pt modelId="{7BBCA754-6F7F-470D-82E8-24AB8A4A7165}">
      <dgm:prSet/>
      <dgm:spPr/>
      <dgm:t>
        <a:bodyPr/>
        <a:lstStyle/>
        <a:p>
          <a:r>
            <a:rPr lang="en-US"/>
            <a:t>Build prediction models </a:t>
          </a:r>
        </a:p>
      </dgm:t>
    </dgm:pt>
    <dgm:pt modelId="{5B3C2CA8-47D0-403D-9A49-46E223C98AFD}" type="parTrans" cxnId="{A8369A58-1BC0-4F8B-87F2-00C54EE910A4}">
      <dgm:prSet/>
      <dgm:spPr/>
      <dgm:t>
        <a:bodyPr/>
        <a:lstStyle/>
        <a:p>
          <a:endParaRPr lang="en-US"/>
        </a:p>
      </dgm:t>
    </dgm:pt>
    <dgm:pt modelId="{F4FE7893-3F16-481E-B8F7-5E1CCD6A6891}" type="sibTrans" cxnId="{A8369A58-1BC0-4F8B-87F2-00C54EE910A4}">
      <dgm:prSet/>
      <dgm:spPr/>
      <dgm:t>
        <a:bodyPr/>
        <a:lstStyle/>
        <a:p>
          <a:endParaRPr lang="en-US"/>
        </a:p>
      </dgm:t>
    </dgm:pt>
    <dgm:pt modelId="{4989CFE3-8414-4E39-8875-BBEC6C667242}">
      <dgm:prSet/>
      <dgm:spPr/>
      <dgm:t>
        <a:bodyPr/>
        <a:lstStyle/>
        <a:p>
          <a:r>
            <a:rPr lang="en-US"/>
            <a:t>Compare</a:t>
          </a:r>
        </a:p>
      </dgm:t>
    </dgm:pt>
    <dgm:pt modelId="{6EB94A02-B169-4384-A5A7-D217843E29A0}" type="parTrans" cxnId="{89AAB137-F332-4454-9554-0784A2837A01}">
      <dgm:prSet/>
      <dgm:spPr/>
      <dgm:t>
        <a:bodyPr/>
        <a:lstStyle/>
        <a:p>
          <a:endParaRPr lang="en-US"/>
        </a:p>
      </dgm:t>
    </dgm:pt>
    <dgm:pt modelId="{018DEBB8-6A19-45CA-B99C-A21EF159BECA}" type="sibTrans" cxnId="{89AAB137-F332-4454-9554-0784A2837A01}">
      <dgm:prSet/>
      <dgm:spPr/>
      <dgm:t>
        <a:bodyPr/>
        <a:lstStyle/>
        <a:p>
          <a:endParaRPr lang="en-US"/>
        </a:p>
      </dgm:t>
    </dgm:pt>
    <dgm:pt modelId="{B54C0EE9-BC6F-47DE-902F-E0F73B8D6F88}">
      <dgm:prSet/>
      <dgm:spPr/>
      <dgm:t>
        <a:bodyPr/>
        <a:lstStyle/>
        <a:p>
          <a:r>
            <a:rPr lang="en-US"/>
            <a:t>Compare model performance </a:t>
          </a:r>
        </a:p>
      </dgm:t>
    </dgm:pt>
    <dgm:pt modelId="{5524B0CD-EC28-47E0-ACEE-8DBDC0A825F3}" type="parTrans" cxnId="{17A06284-AEF9-49CE-B7D1-D8563AA46DA0}">
      <dgm:prSet/>
      <dgm:spPr/>
      <dgm:t>
        <a:bodyPr/>
        <a:lstStyle/>
        <a:p>
          <a:endParaRPr lang="en-US"/>
        </a:p>
      </dgm:t>
    </dgm:pt>
    <dgm:pt modelId="{E886DFED-743A-49E0-87EF-B16D54993FB9}" type="sibTrans" cxnId="{17A06284-AEF9-49CE-B7D1-D8563AA46DA0}">
      <dgm:prSet/>
      <dgm:spPr/>
      <dgm:t>
        <a:bodyPr/>
        <a:lstStyle/>
        <a:p>
          <a:endParaRPr lang="en-US"/>
        </a:p>
      </dgm:t>
    </dgm:pt>
    <dgm:pt modelId="{1B90BFC1-C2DE-4473-8865-95A833C50650}">
      <dgm:prSet/>
      <dgm:spPr/>
      <dgm:t>
        <a:bodyPr/>
        <a:lstStyle/>
        <a:p>
          <a:r>
            <a:rPr lang="en-US"/>
            <a:t>Identify</a:t>
          </a:r>
        </a:p>
      </dgm:t>
    </dgm:pt>
    <dgm:pt modelId="{3CA59B08-710B-4B7C-8A8D-B5162F8627E1}" type="parTrans" cxnId="{4DE7C483-62C1-4CA4-AC05-5DD75CB13006}">
      <dgm:prSet/>
      <dgm:spPr/>
      <dgm:t>
        <a:bodyPr/>
        <a:lstStyle/>
        <a:p>
          <a:endParaRPr lang="en-US"/>
        </a:p>
      </dgm:t>
    </dgm:pt>
    <dgm:pt modelId="{F4061339-1B78-4E6C-B248-518EAE63C1DB}" type="sibTrans" cxnId="{4DE7C483-62C1-4CA4-AC05-5DD75CB13006}">
      <dgm:prSet/>
      <dgm:spPr/>
      <dgm:t>
        <a:bodyPr/>
        <a:lstStyle/>
        <a:p>
          <a:endParaRPr lang="en-US"/>
        </a:p>
      </dgm:t>
    </dgm:pt>
    <dgm:pt modelId="{7B02F590-F179-47B9-98EF-FE9F8834A896}">
      <dgm:prSet/>
      <dgm:spPr/>
      <dgm:t>
        <a:bodyPr/>
        <a:lstStyle/>
        <a:p>
          <a:r>
            <a:rPr lang="en-US"/>
            <a:t>Identify important features</a:t>
          </a:r>
        </a:p>
      </dgm:t>
    </dgm:pt>
    <dgm:pt modelId="{95504AD0-B85D-400E-AFD9-76EFC79D00B2}" type="parTrans" cxnId="{4C44259F-48FE-4E9B-820F-F68C24B35562}">
      <dgm:prSet/>
      <dgm:spPr/>
      <dgm:t>
        <a:bodyPr/>
        <a:lstStyle/>
        <a:p>
          <a:endParaRPr lang="en-US"/>
        </a:p>
      </dgm:t>
    </dgm:pt>
    <dgm:pt modelId="{14ED54C7-0C04-4A87-8553-F687F54F92E8}" type="sibTrans" cxnId="{4C44259F-48FE-4E9B-820F-F68C24B35562}">
      <dgm:prSet/>
      <dgm:spPr/>
      <dgm:t>
        <a:bodyPr/>
        <a:lstStyle/>
        <a:p>
          <a:endParaRPr lang="en-US"/>
        </a:p>
      </dgm:t>
    </dgm:pt>
    <dgm:pt modelId="{309F0DEE-0662-4D67-8584-BCA8BD3BB32E}" type="pres">
      <dgm:prSet presAssocID="{AA07CDC8-AA8F-4851-B6A4-3558BAC3BAF3}" presName="Name0" presStyleCnt="0">
        <dgm:presLayoutVars>
          <dgm:dir/>
          <dgm:animLvl val="lvl"/>
          <dgm:resizeHandles val="exact"/>
        </dgm:presLayoutVars>
      </dgm:prSet>
      <dgm:spPr/>
    </dgm:pt>
    <dgm:pt modelId="{519151B7-35FE-4677-B918-26FC2AED7FBA}" type="pres">
      <dgm:prSet presAssocID="{1B90BFC1-C2DE-4473-8865-95A833C50650}" presName="boxAndChildren" presStyleCnt="0"/>
      <dgm:spPr/>
    </dgm:pt>
    <dgm:pt modelId="{DC4730CA-8DAF-44DE-842D-8D51FFEB7B18}" type="pres">
      <dgm:prSet presAssocID="{1B90BFC1-C2DE-4473-8865-95A833C50650}" presName="parentTextBox" presStyleLbl="alignNode1" presStyleIdx="0" presStyleCnt="6"/>
      <dgm:spPr/>
    </dgm:pt>
    <dgm:pt modelId="{32363E7F-A352-4854-9DC2-FDCF855AE4E3}" type="pres">
      <dgm:prSet presAssocID="{1B90BFC1-C2DE-4473-8865-95A833C50650}" presName="descendantBox" presStyleLbl="bgAccFollowNode1" presStyleIdx="0" presStyleCnt="6"/>
      <dgm:spPr/>
    </dgm:pt>
    <dgm:pt modelId="{BF99453F-6CF8-41B2-BE05-51781054E49A}" type="pres">
      <dgm:prSet presAssocID="{018DEBB8-6A19-45CA-B99C-A21EF159BECA}" presName="sp" presStyleCnt="0"/>
      <dgm:spPr/>
    </dgm:pt>
    <dgm:pt modelId="{CAFCD353-4A2F-4BA3-84D8-BF14F915E12A}" type="pres">
      <dgm:prSet presAssocID="{4989CFE3-8414-4E39-8875-BBEC6C667242}" presName="arrowAndChildren" presStyleCnt="0"/>
      <dgm:spPr/>
    </dgm:pt>
    <dgm:pt modelId="{AEB85614-8183-4878-88B9-75A1CB4E5A77}" type="pres">
      <dgm:prSet presAssocID="{4989CFE3-8414-4E39-8875-BBEC6C667242}" presName="parentTextArrow" presStyleLbl="node1" presStyleIdx="0" presStyleCnt="0"/>
      <dgm:spPr/>
    </dgm:pt>
    <dgm:pt modelId="{0F603B25-0CB3-4A03-AE95-6103C8AA7CF6}" type="pres">
      <dgm:prSet presAssocID="{4989CFE3-8414-4E39-8875-BBEC6C667242}" presName="arrow" presStyleLbl="alignNode1" presStyleIdx="1" presStyleCnt="6"/>
      <dgm:spPr/>
    </dgm:pt>
    <dgm:pt modelId="{8D5FECC2-626B-482B-B290-33EE429E5D36}" type="pres">
      <dgm:prSet presAssocID="{4989CFE3-8414-4E39-8875-BBEC6C667242}" presName="descendantArrow" presStyleLbl="bgAccFollowNode1" presStyleIdx="1" presStyleCnt="6"/>
      <dgm:spPr/>
    </dgm:pt>
    <dgm:pt modelId="{356B6C2C-054D-4D77-8B0D-964E85F459BC}" type="pres">
      <dgm:prSet presAssocID="{A13E9E2A-D5BD-4A66-B824-1498D27E84B6}" presName="sp" presStyleCnt="0"/>
      <dgm:spPr/>
    </dgm:pt>
    <dgm:pt modelId="{B829E5A0-B6A7-40DA-8A08-2A97D6E8E573}" type="pres">
      <dgm:prSet presAssocID="{B0052108-9CB6-4E33-954A-88B39B581F86}" presName="arrowAndChildren" presStyleCnt="0"/>
      <dgm:spPr/>
    </dgm:pt>
    <dgm:pt modelId="{7A401E36-BF93-41F5-B578-3DDD3338C678}" type="pres">
      <dgm:prSet presAssocID="{B0052108-9CB6-4E33-954A-88B39B581F86}" presName="parentTextArrow" presStyleLbl="node1" presStyleIdx="0" presStyleCnt="0"/>
      <dgm:spPr/>
    </dgm:pt>
    <dgm:pt modelId="{CFC03FB9-B890-4A2C-895B-0F1BE9AAF91B}" type="pres">
      <dgm:prSet presAssocID="{B0052108-9CB6-4E33-954A-88B39B581F86}" presName="arrow" presStyleLbl="alignNode1" presStyleIdx="2" presStyleCnt="6"/>
      <dgm:spPr/>
    </dgm:pt>
    <dgm:pt modelId="{A6639A3B-A6C7-47F9-A2A6-AAA907DDEDF2}" type="pres">
      <dgm:prSet presAssocID="{B0052108-9CB6-4E33-954A-88B39B581F86}" presName="descendantArrow" presStyleLbl="bgAccFollowNode1" presStyleIdx="2" presStyleCnt="6"/>
      <dgm:spPr/>
    </dgm:pt>
    <dgm:pt modelId="{3402101C-EB71-4F22-8948-203104B8D149}" type="pres">
      <dgm:prSet presAssocID="{3E15D139-5D26-4E70-A2B5-452AE2AD6E79}" presName="sp" presStyleCnt="0"/>
      <dgm:spPr/>
    </dgm:pt>
    <dgm:pt modelId="{A17F8C1E-F0A5-486E-A492-7FF72268EA34}" type="pres">
      <dgm:prSet presAssocID="{E97CD2A9-03B2-48E7-947F-BCE0FB55D27B}" presName="arrowAndChildren" presStyleCnt="0"/>
      <dgm:spPr/>
    </dgm:pt>
    <dgm:pt modelId="{62C1A28C-B8C1-4D6B-AA39-422EB35C59EE}" type="pres">
      <dgm:prSet presAssocID="{E97CD2A9-03B2-48E7-947F-BCE0FB55D27B}" presName="parentTextArrow" presStyleLbl="node1" presStyleIdx="0" presStyleCnt="0"/>
      <dgm:spPr/>
    </dgm:pt>
    <dgm:pt modelId="{A19C7755-D114-4156-9A5B-431AB64F9625}" type="pres">
      <dgm:prSet presAssocID="{E97CD2A9-03B2-48E7-947F-BCE0FB55D27B}" presName="arrow" presStyleLbl="alignNode1" presStyleIdx="3" presStyleCnt="6"/>
      <dgm:spPr/>
    </dgm:pt>
    <dgm:pt modelId="{3C373FDB-AD9C-4418-B7ED-9E813F4BAC22}" type="pres">
      <dgm:prSet presAssocID="{E97CD2A9-03B2-48E7-947F-BCE0FB55D27B}" presName="descendantArrow" presStyleLbl="bgAccFollowNode1" presStyleIdx="3" presStyleCnt="6"/>
      <dgm:spPr/>
    </dgm:pt>
    <dgm:pt modelId="{ABD4E1C1-17C4-4DF4-B3EC-BA18458B9521}" type="pres">
      <dgm:prSet presAssocID="{87E5C866-F75C-4461-A7FA-D868E438F7D9}" presName="sp" presStyleCnt="0"/>
      <dgm:spPr/>
    </dgm:pt>
    <dgm:pt modelId="{F6959432-496A-4BB4-9A41-5C6AE2C9433B}" type="pres">
      <dgm:prSet presAssocID="{7830A4E7-AA8B-4EC7-BA39-2BF6A173C77E}" presName="arrowAndChildren" presStyleCnt="0"/>
      <dgm:spPr/>
    </dgm:pt>
    <dgm:pt modelId="{42958B7D-5663-4EFC-8530-3E8B003F76F3}" type="pres">
      <dgm:prSet presAssocID="{7830A4E7-AA8B-4EC7-BA39-2BF6A173C77E}" presName="parentTextArrow" presStyleLbl="node1" presStyleIdx="0" presStyleCnt="0"/>
      <dgm:spPr/>
    </dgm:pt>
    <dgm:pt modelId="{F28F7BE4-547E-4014-85DE-79C417035197}" type="pres">
      <dgm:prSet presAssocID="{7830A4E7-AA8B-4EC7-BA39-2BF6A173C77E}" presName="arrow" presStyleLbl="alignNode1" presStyleIdx="4" presStyleCnt="6"/>
      <dgm:spPr/>
    </dgm:pt>
    <dgm:pt modelId="{720B5BBC-B0BE-478B-888A-53440B420175}" type="pres">
      <dgm:prSet presAssocID="{7830A4E7-AA8B-4EC7-BA39-2BF6A173C77E}" presName="descendantArrow" presStyleLbl="bgAccFollowNode1" presStyleIdx="4" presStyleCnt="6"/>
      <dgm:spPr/>
    </dgm:pt>
    <dgm:pt modelId="{EF8540EA-5310-4FEA-8B3F-9FEFC4CE2F62}" type="pres">
      <dgm:prSet presAssocID="{D9583AAC-9648-40C2-A100-CDC5DF26CCA2}" presName="sp" presStyleCnt="0"/>
      <dgm:spPr/>
    </dgm:pt>
    <dgm:pt modelId="{AEAE6DB0-0CD1-438A-BB9F-14A405BE901F}" type="pres">
      <dgm:prSet presAssocID="{CBF2F19A-A188-47D1-BD22-A3BC92A64CFD}" presName="arrowAndChildren" presStyleCnt="0"/>
      <dgm:spPr/>
    </dgm:pt>
    <dgm:pt modelId="{ADF2D5FB-56C0-4AB6-8AE6-ACF21E077019}" type="pres">
      <dgm:prSet presAssocID="{CBF2F19A-A188-47D1-BD22-A3BC92A64CFD}" presName="parentTextArrow" presStyleLbl="node1" presStyleIdx="0" presStyleCnt="0"/>
      <dgm:spPr/>
    </dgm:pt>
    <dgm:pt modelId="{0A68534B-5054-4224-B271-FD9C828BCF8C}" type="pres">
      <dgm:prSet presAssocID="{CBF2F19A-A188-47D1-BD22-A3BC92A64CFD}" presName="arrow" presStyleLbl="alignNode1" presStyleIdx="5" presStyleCnt="6"/>
      <dgm:spPr/>
    </dgm:pt>
    <dgm:pt modelId="{DCDECF7C-C36D-4EBA-ACF9-07E6E3548127}" type="pres">
      <dgm:prSet presAssocID="{CBF2F19A-A188-47D1-BD22-A3BC92A64CFD}" presName="descendantArrow" presStyleLbl="bgAccFollowNode1" presStyleIdx="5" presStyleCnt="6"/>
      <dgm:spPr/>
    </dgm:pt>
  </dgm:ptLst>
  <dgm:cxnLst>
    <dgm:cxn modelId="{E6FDB605-83DC-463F-8A83-B8DD3FA856CE}" srcId="{E97CD2A9-03B2-48E7-947F-BCE0FB55D27B}" destId="{D3CC2B12-2C15-413C-AA13-E4092A07B43B}" srcOrd="0" destOrd="0" parTransId="{FBEE6DB5-DF07-426F-8935-BEFE76014B82}" sibTransId="{B76DDF3D-6E83-417E-A37C-2D43451168F9}"/>
    <dgm:cxn modelId="{D18B6D13-A239-493E-8C60-44A21515DB53}" srcId="{AA07CDC8-AA8F-4851-B6A4-3558BAC3BAF3}" destId="{7830A4E7-AA8B-4EC7-BA39-2BF6A173C77E}" srcOrd="1" destOrd="0" parTransId="{4BF955BE-DD85-49F7-9E20-C3FF9A1D1B36}" sibTransId="{87E5C866-F75C-4461-A7FA-D868E438F7D9}"/>
    <dgm:cxn modelId="{0AF94A15-0937-46E5-A1ED-45684E41F672}" type="presOf" srcId="{B54C0EE9-BC6F-47DE-902F-E0F73B8D6F88}" destId="{8D5FECC2-626B-482B-B290-33EE429E5D36}" srcOrd="0" destOrd="0" presId="urn:microsoft.com/office/officeart/2016/7/layout/VerticalDownArrowProcess"/>
    <dgm:cxn modelId="{6D45C216-FC67-49C0-8890-4E7000532A55}" srcId="{AA07CDC8-AA8F-4851-B6A4-3558BAC3BAF3}" destId="{B0052108-9CB6-4E33-954A-88B39B581F86}" srcOrd="3" destOrd="0" parTransId="{86523580-0248-4015-A775-081C3DA2E519}" sibTransId="{A13E9E2A-D5BD-4A66-B824-1498D27E84B6}"/>
    <dgm:cxn modelId="{A6C9F91A-4906-4786-BC20-4A5DCD12BA22}" srcId="{CBF2F19A-A188-47D1-BD22-A3BC92A64CFD}" destId="{E88F5A08-115C-4751-B9E9-AB6EEE3A3D6E}" srcOrd="0" destOrd="0" parTransId="{8AF08FD9-9246-44BC-9C8F-882FEFD0036A}" sibTransId="{89EC5968-A66A-4B31-98C9-BB2A4FF72B63}"/>
    <dgm:cxn modelId="{A7125F37-2F57-4CD0-9479-5499B3EE8338}" type="presOf" srcId="{7BBCA754-6F7F-470D-82E8-24AB8A4A7165}" destId="{A6639A3B-A6C7-47F9-A2A6-AAA907DDEDF2}" srcOrd="0" destOrd="0" presId="urn:microsoft.com/office/officeart/2016/7/layout/VerticalDownArrowProcess"/>
    <dgm:cxn modelId="{89AAB137-F332-4454-9554-0784A2837A01}" srcId="{AA07CDC8-AA8F-4851-B6A4-3558BAC3BAF3}" destId="{4989CFE3-8414-4E39-8875-BBEC6C667242}" srcOrd="4" destOrd="0" parTransId="{6EB94A02-B169-4384-A5A7-D217843E29A0}" sibTransId="{018DEBB8-6A19-45CA-B99C-A21EF159BECA}"/>
    <dgm:cxn modelId="{A6184A5B-89B9-4652-865D-B4978CC6CF78}" type="presOf" srcId="{E88F5A08-115C-4751-B9E9-AB6EEE3A3D6E}" destId="{DCDECF7C-C36D-4EBA-ACF9-07E6E3548127}" srcOrd="0" destOrd="0" presId="urn:microsoft.com/office/officeart/2016/7/layout/VerticalDownArrowProcess"/>
    <dgm:cxn modelId="{8D07215F-3928-409B-AB9E-6A6F072C62EF}" type="presOf" srcId="{CBF2F19A-A188-47D1-BD22-A3BC92A64CFD}" destId="{ADF2D5FB-56C0-4AB6-8AE6-ACF21E077019}" srcOrd="0" destOrd="0" presId="urn:microsoft.com/office/officeart/2016/7/layout/VerticalDownArrowProcess"/>
    <dgm:cxn modelId="{D25CAF60-CD69-4720-B40F-24374BAFC542}" srcId="{AA07CDC8-AA8F-4851-B6A4-3558BAC3BAF3}" destId="{E97CD2A9-03B2-48E7-947F-BCE0FB55D27B}" srcOrd="2" destOrd="0" parTransId="{986FD0CF-2FA4-49F8-B5F0-CA81B611DC1D}" sibTransId="{3E15D139-5D26-4E70-A2B5-452AE2AD6E79}"/>
    <dgm:cxn modelId="{25E12268-309C-45C0-B2EC-AC4B0DA892C8}" type="presOf" srcId="{E97CD2A9-03B2-48E7-947F-BCE0FB55D27B}" destId="{A19C7755-D114-4156-9A5B-431AB64F9625}" srcOrd="1" destOrd="0" presId="urn:microsoft.com/office/officeart/2016/7/layout/VerticalDownArrowProcess"/>
    <dgm:cxn modelId="{F5A44548-3E34-4505-94FB-7373282ED214}" type="presOf" srcId="{1B90BFC1-C2DE-4473-8865-95A833C50650}" destId="{DC4730CA-8DAF-44DE-842D-8D51FFEB7B18}" srcOrd="0" destOrd="0" presId="urn:microsoft.com/office/officeart/2016/7/layout/VerticalDownArrowProcess"/>
    <dgm:cxn modelId="{40441B4B-F489-443D-9F9E-0E289D469B9C}" type="presOf" srcId="{B0052108-9CB6-4E33-954A-88B39B581F86}" destId="{7A401E36-BF93-41F5-B578-3DDD3338C678}" srcOrd="0" destOrd="0" presId="urn:microsoft.com/office/officeart/2016/7/layout/VerticalDownArrowProcess"/>
    <dgm:cxn modelId="{A8369A58-1BC0-4F8B-87F2-00C54EE910A4}" srcId="{B0052108-9CB6-4E33-954A-88B39B581F86}" destId="{7BBCA754-6F7F-470D-82E8-24AB8A4A7165}" srcOrd="0" destOrd="0" parTransId="{5B3C2CA8-47D0-403D-9A49-46E223C98AFD}" sibTransId="{F4FE7893-3F16-481E-B8F7-5E1CCD6A6891}"/>
    <dgm:cxn modelId="{32314259-7CC9-446F-8E88-A25B349A5EBD}" srcId="{AA07CDC8-AA8F-4851-B6A4-3558BAC3BAF3}" destId="{CBF2F19A-A188-47D1-BD22-A3BC92A64CFD}" srcOrd="0" destOrd="0" parTransId="{57FF7A85-2465-4858-BF38-4AB4C0AE34E9}" sibTransId="{D9583AAC-9648-40C2-A100-CDC5DF26CCA2}"/>
    <dgm:cxn modelId="{FC66AA79-017F-485C-BBB2-12B5527E9C42}" type="presOf" srcId="{7B02F590-F179-47B9-98EF-FE9F8834A896}" destId="{32363E7F-A352-4854-9DC2-FDCF855AE4E3}" srcOrd="0" destOrd="0" presId="urn:microsoft.com/office/officeart/2016/7/layout/VerticalDownArrowProcess"/>
    <dgm:cxn modelId="{4DE7C483-62C1-4CA4-AC05-5DD75CB13006}" srcId="{AA07CDC8-AA8F-4851-B6A4-3558BAC3BAF3}" destId="{1B90BFC1-C2DE-4473-8865-95A833C50650}" srcOrd="5" destOrd="0" parTransId="{3CA59B08-710B-4B7C-8A8D-B5162F8627E1}" sibTransId="{F4061339-1B78-4E6C-B248-518EAE63C1DB}"/>
    <dgm:cxn modelId="{17A06284-AEF9-49CE-B7D1-D8563AA46DA0}" srcId="{4989CFE3-8414-4E39-8875-BBEC6C667242}" destId="{B54C0EE9-BC6F-47DE-902F-E0F73B8D6F88}" srcOrd="0" destOrd="0" parTransId="{5524B0CD-EC28-47E0-ACEE-8DBDC0A825F3}" sibTransId="{E886DFED-743A-49E0-87EF-B16D54993FB9}"/>
    <dgm:cxn modelId="{23984B91-FB7C-4E91-AECB-4DE2D58ECE71}" type="presOf" srcId="{D3CC2B12-2C15-413C-AA13-E4092A07B43B}" destId="{3C373FDB-AD9C-4418-B7ED-9E813F4BAC22}" srcOrd="0" destOrd="0" presId="urn:microsoft.com/office/officeart/2016/7/layout/VerticalDownArrowProcess"/>
    <dgm:cxn modelId="{2086EE96-E7C9-4B91-B923-3F0C51882E93}" type="presOf" srcId="{4989CFE3-8414-4E39-8875-BBEC6C667242}" destId="{0F603B25-0CB3-4A03-AE95-6103C8AA7CF6}" srcOrd="1" destOrd="0" presId="urn:microsoft.com/office/officeart/2016/7/layout/VerticalDownArrowProcess"/>
    <dgm:cxn modelId="{0B77D299-5D73-4CF6-ADD4-3184763F94D7}" srcId="{7830A4E7-AA8B-4EC7-BA39-2BF6A173C77E}" destId="{A84C18EF-8E5E-4EE6-AB2C-0817D8D42B39}" srcOrd="0" destOrd="0" parTransId="{B176BBA1-7A08-4CA2-98C5-904C3E303C28}" sibTransId="{83E775EB-65A7-4298-BE3C-70794542B528}"/>
    <dgm:cxn modelId="{C026F59A-436A-423A-8F43-CEB08BE9EF30}" type="presOf" srcId="{7830A4E7-AA8B-4EC7-BA39-2BF6A173C77E}" destId="{42958B7D-5663-4EFC-8530-3E8B003F76F3}" srcOrd="0" destOrd="0" presId="urn:microsoft.com/office/officeart/2016/7/layout/VerticalDownArrowProcess"/>
    <dgm:cxn modelId="{4C44259F-48FE-4E9B-820F-F68C24B35562}" srcId="{1B90BFC1-C2DE-4473-8865-95A833C50650}" destId="{7B02F590-F179-47B9-98EF-FE9F8834A896}" srcOrd="0" destOrd="0" parTransId="{95504AD0-B85D-400E-AFD9-76EFC79D00B2}" sibTransId="{14ED54C7-0C04-4A87-8553-F687F54F92E8}"/>
    <dgm:cxn modelId="{495D6FA9-E8FA-404E-B37E-27A101E776BA}" type="presOf" srcId="{A84C18EF-8E5E-4EE6-AB2C-0817D8D42B39}" destId="{720B5BBC-B0BE-478B-888A-53440B420175}" srcOrd="0" destOrd="0" presId="urn:microsoft.com/office/officeart/2016/7/layout/VerticalDownArrowProcess"/>
    <dgm:cxn modelId="{B47EEBAA-6BEB-46BE-B9D5-E1A73B2FB565}" type="presOf" srcId="{E97CD2A9-03B2-48E7-947F-BCE0FB55D27B}" destId="{62C1A28C-B8C1-4D6B-AA39-422EB35C59EE}" srcOrd="0" destOrd="0" presId="urn:microsoft.com/office/officeart/2016/7/layout/VerticalDownArrowProcess"/>
    <dgm:cxn modelId="{FFD4BAB0-3982-4AC2-B494-CD179B1A5F94}" type="presOf" srcId="{B0052108-9CB6-4E33-954A-88B39B581F86}" destId="{CFC03FB9-B890-4A2C-895B-0F1BE9AAF91B}" srcOrd="1" destOrd="0" presId="urn:microsoft.com/office/officeart/2016/7/layout/VerticalDownArrowProcess"/>
    <dgm:cxn modelId="{3AE0D5DE-9269-4AA5-B4C5-B728D08977AA}" type="presOf" srcId="{AA07CDC8-AA8F-4851-B6A4-3558BAC3BAF3}" destId="{309F0DEE-0662-4D67-8584-BCA8BD3BB32E}" srcOrd="0" destOrd="0" presId="urn:microsoft.com/office/officeart/2016/7/layout/VerticalDownArrowProcess"/>
    <dgm:cxn modelId="{BEEF9EE4-EBC9-4D95-8142-ED402FF59935}" type="presOf" srcId="{CBF2F19A-A188-47D1-BD22-A3BC92A64CFD}" destId="{0A68534B-5054-4224-B271-FD9C828BCF8C}" srcOrd="1" destOrd="0" presId="urn:microsoft.com/office/officeart/2016/7/layout/VerticalDownArrowProcess"/>
    <dgm:cxn modelId="{A8B462F1-F023-4B34-83D5-B9AFB19BBC3B}" type="presOf" srcId="{7830A4E7-AA8B-4EC7-BA39-2BF6A173C77E}" destId="{F28F7BE4-547E-4014-85DE-79C417035197}" srcOrd="1" destOrd="0" presId="urn:microsoft.com/office/officeart/2016/7/layout/VerticalDownArrowProcess"/>
    <dgm:cxn modelId="{65BF2BF6-8864-4AE2-9987-38F548F3341B}" type="presOf" srcId="{4989CFE3-8414-4E39-8875-BBEC6C667242}" destId="{AEB85614-8183-4878-88B9-75A1CB4E5A77}" srcOrd="0" destOrd="0" presId="urn:microsoft.com/office/officeart/2016/7/layout/VerticalDownArrowProcess"/>
    <dgm:cxn modelId="{F780F3FF-E49E-44DC-A74D-50EA41D62F21}" type="presParOf" srcId="{309F0DEE-0662-4D67-8584-BCA8BD3BB32E}" destId="{519151B7-35FE-4677-B918-26FC2AED7FBA}" srcOrd="0" destOrd="0" presId="urn:microsoft.com/office/officeart/2016/7/layout/VerticalDownArrowProcess"/>
    <dgm:cxn modelId="{2508E5B6-7C8C-4120-883E-C72DDF25E4FD}" type="presParOf" srcId="{519151B7-35FE-4677-B918-26FC2AED7FBA}" destId="{DC4730CA-8DAF-44DE-842D-8D51FFEB7B18}" srcOrd="0" destOrd="0" presId="urn:microsoft.com/office/officeart/2016/7/layout/VerticalDownArrowProcess"/>
    <dgm:cxn modelId="{DBE94125-CA36-4284-81BB-32A0BF9B8087}" type="presParOf" srcId="{519151B7-35FE-4677-B918-26FC2AED7FBA}" destId="{32363E7F-A352-4854-9DC2-FDCF855AE4E3}" srcOrd="1" destOrd="0" presId="urn:microsoft.com/office/officeart/2016/7/layout/VerticalDownArrowProcess"/>
    <dgm:cxn modelId="{7985A485-F246-4AED-8CBD-D0F015BE7DAA}" type="presParOf" srcId="{309F0DEE-0662-4D67-8584-BCA8BD3BB32E}" destId="{BF99453F-6CF8-41B2-BE05-51781054E49A}" srcOrd="1" destOrd="0" presId="urn:microsoft.com/office/officeart/2016/7/layout/VerticalDownArrowProcess"/>
    <dgm:cxn modelId="{D624ED5D-9E74-4E2C-9390-CA6E0356240D}" type="presParOf" srcId="{309F0DEE-0662-4D67-8584-BCA8BD3BB32E}" destId="{CAFCD353-4A2F-4BA3-84D8-BF14F915E12A}" srcOrd="2" destOrd="0" presId="urn:microsoft.com/office/officeart/2016/7/layout/VerticalDownArrowProcess"/>
    <dgm:cxn modelId="{DAC39D73-4703-4566-A411-F433D152F4E2}" type="presParOf" srcId="{CAFCD353-4A2F-4BA3-84D8-BF14F915E12A}" destId="{AEB85614-8183-4878-88B9-75A1CB4E5A77}" srcOrd="0" destOrd="0" presId="urn:microsoft.com/office/officeart/2016/7/layout/VerticalDownArrowProcess"/>
    <dgm:cxn modelId="{6F31D7E0-CBB1-4F92-A570-B67A63A15CE0}" type="presParOf" srcId="{CAFCD353-4A2F-4BA3-84D8-BF14F915E12A}" destId="{0F603B25-0CB3-4A03-AE95-6103C8AA7CF6}" srcOrd="1" destOrd="0" presId="urn:microsoft.com/office/officeart/2016/7/layout/VerticalDownArrowProcess"/>
    <dgm:cxn modelId="{98964B68-1018-494C-8808-7C6BB7B2F619}" type="presParOf" srcId="{CAFCD353-4A2F-4BA3-84D8-BF14F915E12A}" destId="{8D5FECC2-626B-482B-B290-33EE429E5D36}" srcOrd="2" destOrd="0" presId="urn:microsoft.com/office/officeart/2016/7/layout/VerticalDownArrowProcess"/>
    <dgm:cxn modelId="{5F08DC6C-17C7-4C3E-830B-12548A7A8D3A}" type="presParOf" srcId="{309F0DEE-0662-4D67-8584-BCA8BD3BB32E}" destId="{356B6C2C-054D-4D77-8B0D-964E85F459BC}" srcOrd="3" destOrd="0" presId="urn:microsoft.com/office/officeart/2016/7/layout/VerticalDownArrowProcess"/>
    <dgm:cxn modelId="{4CE812E5-D3A7-40D8-A2C2-11DC28706373}" type="presParOf" srcId="{309F0DEE-0662-4D67-8584-BCA8BD3BB32E}" destId="{B829E5A0-B6A7-40DA-8A08-2A97D6E8E573}" srcOrd="4" destOrd="0" presId="urn:microsoft.com/office/officeart/2016/7/layout/VerticalDownArrowProcess"/>
    <dgm:cxn modelId="{84E0BEBE-C947-4E94-8AEF-DBE9D640D3BB}" type="presParOf" srcId="{B829E5A0-B6A7-40DA-8A08-2A97D6E8E573}" destId="{7A401E36-BF93-41F5-B578-3DDD3338C678}" srcOrd="0" destOrd="0" presId="urn:microsoft.com/office/officeart/2016/7/layout/VerticalDownArrowProcess"/>
    <dgm:cxn modelId="{64EF3795-C991-45E2-8789-02571D9AE54D}" type="presParOf" srcId="{B829E5A0-B6A7-40DA-8A08-2A97D6E8E573}" destId="{CFC03FB9-B890-4A2C-895B-0F1BE9AAF91B}" srcOrd="1" destOrd="0" presId="urn:microsoft.com/office/officeart/2016/7/layout/VerticalDownArrowProcess"/>
    <dgm:cxn modelId="{CFED1613-8776-4460-B5E3-FEF1B43F2197}" type="presParOf" srcId="{B829E5A0-B6A7-40DA-8A08-2A97D6E8E573}" destId="{A6639A3B-A6C7-47F9-A2A6-AAA907DDEDF2}" srcOrd="2" destOrd="0" presId="urn:microsoft.com/office/officeart/2016/7/layout/VerticalDownArrowProcess"/>
    <dgm:cxn modelId="{A0D1553E-3BCC-42B8-B9DC-5F7D474BE5FA}" type="presParOf" srcId="{309F0DEE-0662-4D67-8584-BCA8BD3BB32E}" destId="{3402101C-EB71-4F22-8948-203104B8D149}" srcOrd="5" destOrd="0" presId="urn:microsoft.com/office/officeart/2016/7/layout/VerticalDownArrowProcess"/>
    <dgm:cxn modelId="{ED94D7B9-267C-40D4-A709-0B29E0EF770E}" type="presParOf" srcId="{309F0DEE-0662-4D67-8584-BCA8BD3BB32E}" destId="{A17F8C1E-F0A5-486E-A492-7FF72268EA34}" srcOrd="6" destOrd="0" presId="urn:microsoft.com/office/officeart/2016/7/layout/VerticalDownArrowProcess"/>
    <dgm:cxn modelId="{BCAA5A94-2CDA-4F32-AB2C-A7F21A955352}" type="presParOf" srcId="{A17F8C1E-F0A5-486E-A492-7FF72268EA34}" destId="{62C1A28C-B8C1-4D6B-AA39-422EB35C59EE}" srcOrd="0" destOrd="0" presId="urn:microsoft.com/office/officeart/2016/7/layout/VerticalDownArrowProcess"/>
    <dgm:cxn modelId="{52757D3E-2E92-4A87-B544-9B494FAD59F6}" type="presParOf" srcId="{A17F8C1E-F0A5-486E-A492-7FF72268EA34}" destId="{A19C7755-D114-4156-9A5B-431AB64F9625}" srcOrd="1" destOrd="0" presId="urn:microsoft.com/office/officeart/2016/7/layout/VerticalDownArrowProcess"/>
    <dgm:cxn modelId="{551298A4-64C7-4D06-9DFA-7E77E0E5220A}" type="presParOf" srcId="{A17F8C1E-F0A5-486E-A492-7FF72268EA34}" destId="{3C373FDB-AD9C-4418-B7ED-9E813F4BAC22}" srcOrd="2" destOrd="0" presId="urn:microsoft.com/office/officeart/2016/7/layout/VerticalDownArrowProcess"/>
    <dgm:cxn modelId="{08859D55-B9A6-4AC1-B061-C99C4C54D394}" type="presParOf" srcId="{309F0DEE-0662-4D67-8584-BCA8BD3BB32E}" destId="{ABD4E1C1-17C4-4DF4-B3EC-BA18458B9521}" srcOrd="7" destOrd="0" presId="urn:microsoft.com/office/officeart/2016/7/layout/VerticalDownArrowProcess"/>
    <dgm:cxn modelId="{B222565E-ACAD-477D-A6EF-DF36BBDFFC20}" type="presParOf" srcId="{309F0DEE-0662-4D67-8584-BCA8BD3BB32E}" destId="{F6959432-496A-4BB4-9A41-5C6AE2C9433B}" srcOrd="8" destOrd="0" presId="urn:microsoft.com/office/officeart/2016/7/layout/VerticalDownArrowProcess"/>
    <dgm:cxn modelId="{184A26A6-3748-4F5C-BA36-CB76CEB9145A}" type="presParOf" srcId="{F6959432-496A-4BB4-9A41-5C6AE2C9433B}" destId="{42958B7D-5663-4EFC-8530-3E8B003F76F3}" srcOrd="0" destOrd="0" presId="urn:microsoft.com/office/officeart/2016/7/layout/VerticalDownArrowProcess"/>
    <dgm:cxn modelId="{60AD1E04-9521-4144-85AB-C35BF44E44C6}" type="presParOf" srcId="{F6959432-496A-4BB4-9A41-5C6AE2C9433B}" destId="{F28F7BE4-547E-4014-85DE-79C417035197}" srcOrd="1" destOrd="0" presId="urn:microsoft.com/office/officeart/2016/7/layout/VerticalDownArrowProcess"/>
    <dgm:cxn modelId="{D1AB5307-58BC-4E04-A14E-E8DB332217C8}" type="presParOf" srcId="{F6959432-496A-4BB4-9A41-5C6AE2C9433B}" destId="{720B5BBC-B0BE-478B-888A-53440B420175}" srcOrd="2" destOrd="0" presId="urn:microsoft.com/office/officeart/2016/7/layout/VerticalDownArrowProcess"/>
    <dgm:cxn modelId="{3B2721E3-3A39-41F1-8CD5-7972BBF0DA3C}" type="presParOf" srcId="{309F0DEE-0662-4D67-8584-BCA8BD3BB32E}" destId="{EF8540EA-5310-4FEA-8B3F-9FEFC4CE2F62}" srcOrd="9" destOrd="0" presId="urn:microsoft.com/office/officeart/2016/7/layout/VerticalDownArrowProcess"/>
    <dgm:cxn modelId="{50406850-11F1-488A-B8F9-6F6B2FF5C7F4}" type="presParOf" srcId="{309F0DEE-0662-4D67-8584-BCA8BD3BB32E}" destId="{AEAE6DB0-0CD1-438A-BB9F-14A405BE901F}" srcOrd="10" destOrd="0" presId="urn:microsoft.com/office/officeart/2016/7/layout/VerticalDownArrowProcess"/>
    <dgm:cxn modelId="{E85343D0-A548-4DE3-BE96-C53B293E7F06}" type="presParOf" srcId="{AEAE6DB0-0CD1-438A-BB9F-14A405BE901F}" destId="{ADF2D5FB-56C0-4AB6-8AE6-ACF21E077019}" srcOrd="0" destOrd="0" presId="urn:microsoft.com/office/officeart/2016/7/layout/VerticalDownArrowProcess"/>
    <dgm:cxn modelId="{7B51C7EA-B1B3-4E50-8314-113BA8B53A3C}" type="presParOf" srcId="{AEAE6DB0-0CD1-438A-BB9F-14A405BE901F}" destId="{0A68534B-5054-4224-B271-FD9C828BCF8C}" srcOrd="1" destOrd="0" presId="urn:microsoft.com/office/officeart/2016/7/layout/VerticalDownArrowProcess"/>
    <dgm:cxn modelId="{51E95FCA-C45C-411A-B7A6-D460B5436986}" type="presParOf" srcId="{AEAE6DB0-0CD1-438A-BB9F-14A405BE901F}" destId="{DCDECF7C-C36D-4EBA-ACF9-07E6E3548127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3670672-A074-4694-B3EF-7BBF1712D92E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E7C9F81-ABAA-4B7B-9EFD-B986EF9FB30C}">
      <dgm:prSet/>
      <dgm:spPr/>
      <dgm:t>
        <a:bodyPr/>
        <a:lstStyle/>
        <a:p>
          <a:r>
            <a:rPr lang="en-GB" b="1"/>
            <a:t>Dataset</a:t>
          </a:r>
          <a:endParaRPr lang="en-US"/>
        </a:p>
      </dgm:t>
    </dgm:pt>
    <dgm:pt modelId="{2B3E969E-5A35-4A73-9F0F-1804C8B38019}" type="parTrans" cxnId="{22B978F1-0BD7-4540-9B15-7EF1E3E6F74A}">
      <dgm:prSet/>
      <dgm:spPr/>
      <dgm:t>
        <a:bodyPr/>
        <a:lstStyle/>
        <a:p>
          <a:endParaRPr lang="en-US"/>
        </a:p>
      </dgm:t>
    </dgm:pt>
    <dgm:pt modelId="{5C0C4F83-10FD-4BEB-B109-67C1D301A552}" type="sibTrans" cxnId="{22B978F1-0BD7-4540-9B15-7EF1E3E6F74A}">
      <dgm:prSet/>
      <dgm:spPr/>
      <dgm:t>
        <a:bodyPr/>
        <a:lstStyle/>
        <a:p>
          <a:endParaRPr lang="en-US"/>
        </a:p>
      </dgm:t>
    </dgm:pt>
    <dgm:pt modelId="{4F5BF6F7-50EE-4ABB-8ABA-27C848FFD1E9}">
      <dgm:prSet/>
      <dgm:spPr/>
      <dgm:t>
        <a:bodyPr/>
        <a:lstStyle/>
        <a:p>
          <a:r>
            <a:rPr lang="en-GB"/>
            <a:t>Ames Housing Dataset - Kaggle</a:t>
          </a:r>
          <a:endParaRPr lang="en-US"/>
        </a:p>
      </dgm:t>
    </dgm:pt>
    <dgm:pt modelId="{2A8DEC6B-F08B-4E9E-9C4A-5D2A3755CD1F}" type="parTrans" cxnId="{28F3E5A1-8453-4960-81CA-D5D959892077}">
      <dgm:prSet/>
      <dgm:spPr/>
      <dgm:t>
        <a:bodyPr/>
        <a:lstStyle/>
        <a:p>
          <a:endParaRPr lang="en-US"/>
        </a:p>
      </dgm:t>
    </dgm:pt>
    <dgm:pt modelId="{E9874305-9387-457C-B715-C612A21322A7}" type="sibTrans" cxnId="{28F3E5A1-8453-4960-81CA-D5D959892077}">
      <dgm:prSet/>
      <dgm:spPr/>
      <dgm:t>
        <a:bodyPr/>
        <a:lstStyle/>
        <a:p>
          <a:endParaRPr lang="en-US"/>
        </a:p>
      </dgm:t>
    </dgm:pt>
    <dgm:pt modelId="{40967BA1-2DEE-45EF-AC10-CB3D2D71768B}">
      <dgm:prSet/>
      <dgm:spPr/>
      <dgm:t>
        <a:bodyPr/>
        <a:lstStyle/>
        <a:p>
          <a:r>
            <a:rPr lang="en-GB"/>
            <a:t>Include:</a:t>
          </a:r>
          <a:endParaRPr lang="en-US"/>
        </a:p>
      </dgm:t>
    </dgm:pt>
    <dgm:pt modelId="{113A0E57-566F-4597-8F61-0068E483D65B}" type="parTrans" cxnId="{2BF824A7-E8F3-4C41-922F-7CD2F7DC135B}">
      <dgm:prSet/>
      <dgm:spPr/>
      <dgm:t>
        <a:bodyPr/>
        <a:lstStyle/>
        <a:p>
          <a:endParaRPr lang="en-US"/>
        </a:p>
      </dgm:t>
    </dgm:pt>
    <dgm:pt modelId="{AD90B4E4-0742-4923-8D21-28DC9CFCE6B0}" type="sibTrans" cxnId="{2BF824A7-E8F3-4C41-922F-7CD2F7DC135B}">
      <dgm:prSet/>
      <dgm:spPr/>
      <dgm:t>
        <a:bodyPr/>
        <a:lstStyle/>
        <a:p>
          <a:endParaRPr lang="en-US"/>
        </a:p>
      </dgm:t>
    </dgm:pt>
    <dgm:pt modelId="{EF0D5E35-C86E-409C-B048-D8FD4D97D177}">
      <dgm:prSet/>
      <dgm:spPr/>
      <dgm:t>
        <a:bodyPr/>
        <a:lstStyle/>
        <a:p>
          <a:r>
            <a:rPr lang="en-GB"/>
            <a:t>Number of rows </a:t>
          </a:r>
          <a:endParaRPr lang="en-US"/>
        </a:p>
      </dgm:t>
    </dgm:pt>
    <dgm:pt modelId="{DE0E8727-832A-4286-B04D-212EF1301AE1}" type="parTrans" cxnId="{09C7392E-12AC-4F2C-B11F-295A26FBE867}">
      <dgm:prSet/>
      <dgm:spPr/>
      <dgm:t>
        <a:bodyPr/>
        <a:lstStyle/>
        <a:p>
          <a:endParaRPr lang="en-US"/>
        </a:p>
      </dgm:t>
    </dgm:pt>
    <dgm:pt modelId="{78929812-9BAA-4273-B6DF-368525333381}" type="sibTrans" cxnId="{09C7392E-12AC-4F2C-B11F-295A26FBE867}">
      <dgm:prSet/>
      <dgm:spPr/>
      <dgm:t>
        <a:bodyPr/>
        <a:lstStyle/>
        <a:p>
          <a:endParaRPr lang="en-US"/>
        </a:p>
      </dgm:t>
    </dgm:pt>
    <dgm:pt modelId="{C00E74C4-53DA-4E7F-99E3-97E9111BCDBA}">
      <dgm:prSet/>
      <dgm:spPr/>
      <dgm:t>
        <a:bodyPr/>
        <a:lstStyle/>
        <a:p>
          <a:r>
            <a:rPr lang="en-GB"/>
            <a:t>Number of columns </a:t>
          </a:r>
          <a:endParaRPr lang="en-US"/>
        </a:p>
      </dgm:t>
    </dgm:pt>
    <dgm:pt modelId="{9D6451BC-5063-4BC3-BE91-DBFEFE43F680}" type="parTrans" cxnId="{8A6E8EFB-6E4D-4DAF-B023-A7AE823E0872}">
      <dgm:prSet/>
      <dgm:spPr/>
      <dgm:t>
        <a:bodyPr/>
        <a:lstStyle/>
        <a:p>
          <a:endParaRPr lang="en-US"/>
        </a:p>
      </dgm:t>
    </dgm:pt>
    <dgm:pt modelId="{E3571A4F-DD88-480B-8377-5AD966007C04}" type="sibTrans" cxnId="{8A6E8EFB-6E4D-4DAF-B023-A7AE823E0872}">
      <dgm:prSet/>
      <dgm:spPr/>
      <dgm:t>
        <a:bodyPr/>
        <a:lstStyle/>
        <a:p>
          <a:endParaRPr lang="en-US"/>
        </a:p>
      </dgm:t>
    </dgm:pt>
    <dgm:pt modelId="{C70A8F46-8A5D-41F6-AE9B-0E66BFC848B0}">
      <dgm:prSet/>
      <dgm:spPr/>
      <dgm:t>
        <a:bodyPr/>
        <a:lstStyle/>
        <a:p>
          <a:r>
            <a:rPr lang="en-GB"/>
            <a:t>Target variable (SalePrice)</a:t>
          </a:r>
          <a:endParaRPr lang="en-US"/>
        </a:p>
      </dgm:t>
    </dgm:pt>
    <dgm:pt modelId="{9962C987-2475-4BF1-9AD7-B0D353F71371}" type="parTrans" cxnId="{0AD61E9E-E57F-49A9-994A-79BB0C8CF2A5}">
      <dgm:prSet/>
      <dgm:spPr/>
      <dgm:t>
        <a:bodyPr/>
        <a:lstStyle/>
        <a:p>
          <a:endParaRPr lang="en-US"/>
        </a:p>
      </dgm:t>
    </dgm:pt>
    <dgm:pt modelId="{EE4AFB02-B83E-4C74-B8D6-6A715714F43C}" type="sibTrans" cxnId="{0AD61E9E-E57F-49A9-994A-79BB0C8CF2A5}">
      <dgm:prSet/>
      <dgm:spPr/>
      <dgm:t>
        <a:bodyPr/>
        <a:lstStyle/>
        <a:p>
          <a:endParaRPr lang="en-US"/>
        </a:p>
      </dgm:t>
    </dgm:pt>
    <dgm:pt modelId="{C5037EA8-B387-441E-B32B-51060DE92FDE}" type="pres">
      <dgm:prSet presAssocID="{43670672-A074-4694-B3EF-7BBF1712D92E}" presName="linear" presStyleCnt="0">
        <dgm:presLayoutVars>
          <dgm:dir/>
          <dgm:animLvl val="lvl"/>
          <dgm:resizeHandles val="exact"/>
        </dgm:presLayoutVars>
      </dgm:prSet>
      <dgm:spPr/>
    </dgm:pt>
    <dgm:pt modelId="{91D5C263-F8A0-4477-B786-27ADC9EAF819}" type="pres">
      <dgm:prSet presAssocID="{5E7C9F81-ABAA-4B7B-9EFD-B986EF9FB30C}" presName="parentLin" presStyleCnt="0"/>
      <dgm:spPr/>
    </dgm:pt>
    <dgm:pt modelId="{555D2AFE-7157-43F2-A99D-876C585E3958}" type="pres">
      <dgm:prSet presAssocID="{5E7C9F81-ABAA-4B7B-9EFD-B986EF9FB30C}" presName="parentLeftMargin" presStyleLbl="node1" presStyleIdx="0" presStyleCnt="2"/>
      <dgm:spPr/>
    </dgm:pt>
    <dgm:pt modelId="{D2074657-8A98-428F-9907-E8ED7350F9A2}" type="pres">
      <dgm:prSet presAssocID="{5E7C9F81-ABAA-4B7B-9EFD-B986EF9FB30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DFD1607-ADFC-49DE-8753-28FAB803C3A6}" type="pres">
      <dgm:prSet presAssocID="{5E7C9F81-ABAA-4B7B-9EFD-B986EF9FB30C}" presName="negativeSpace" presStyleCnt="0"/>
      <dgm:spPr/>
    </dgm:pt>
    <dgm:pt modelId="{D754877C-783D-475E-869E-FFA4F59CC444}" type="pres">
      <dgm:prSet presAssocID="{5E7C9F81-ABAA-4B7B-9EFD-B986EF9FB30C}" presName="childText" presStyleLbl="conFgAcc1" presStyleIdx="0" presStyleCnt="2">
        <dgm:presLayoutVars>
          <dgm:bulletEnabled val="1"/>
        </dgm:presLayoutVars>
      </dgm:prSet>
      <dgm:spPr/>
    </dgm:pt>
    <dgm:pt modelId="{EBBB0536-8FF8-4DB7-8FE6-23022B21A74E}" type="pres">
      <dgm:prSet presAssocID="{5C0C4F83-10FD-4BEB-B109-67C1D301A552}" presName="spaceBetweenRectangles" presStyleCnt="0"/>
      <dgm:spPr/>
    </dgm:pt>
    <dgm:pt modelId="{50029493-A019-4286-8D4F-D32B419D3995}" type="pres">
      <dgm:prSet presAssocID="{40967BA1-2DEE-45EF-AC10-CB3D2D71768B}" presName="parentLin" presStyleCnt="0"/>
      <dgm:spPr/>
    </dgm:pt>
    <dgm:pt modelId="{CF197433-0F28-46A7-A9C7-F8770A11974C}" type="pres">
      <dgm:prSet presAssocID="{40967BA1-2DEE-45EF-AC10-CB3D2D71768B}" presName="parentLeftMargin" presStyleLbl="node1" presStyleIdx="0" presStyleCnt="2"/>
      <dgm:spPr/>
    </dgm:pt>
    <dgm:pt modelId="{A4C0F12D-6F0C-406F-B952-D42443B95183}" type="pres">
      <dgm:prSet presAssocID="{40967BA1-2DEE-45EF-AC10-CB3D2D71768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DCA8F23-5FB2-43A6-B178-4E482BDE85C8}" type="pres">
      <dgm:prSet presAssocID="{40967BA1-2DEE-45EF-AC10-CB3D2D71768B}" presName="negativeSpace" presStyleCnt="0"/>
      <dgm:spPr/>
    </dgm:pt>
    <dgm:pt modelId="{2B73C3F2-5DE9-4160-B3D9-36E8A19ECF82}" type="pres">
      <dgm:prSet presAssocID="{40967BA1-2DEE-45EF-AC10-CB3D2D71768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8BCD2118-0DEE-4456-B69A-335E8F2F3101}" type="presOf" srcId="{40967BA1-2DEE-45EF-AC10-CB3D2D71768B}" destId="{CF197433-0F28-46A7-A9C7-F8770A11974C}" srcOrd="0" destOrd="0" presId="urn:microsoft.com/office/officeart/2005/8/layout/list1"/>
    <dgm:cxn modelId="{76E7D81A-8011-4AA8-9E2B-31E26D426A6C}" type="presOf" srcId="{43670672-A074-4694-B3EF-7BBF1712D92E}" destId="{C5037EA8-B387-441E-B32B-51060DE92FDE}" srcOrd="0" destOrd="0" presId="urn:microsoft.com/office/officeart/2005/8/layout/list1"/>
    <dgm:cxn modelId="{39B63A1F-CF2F-4558-ABCF-04382391917A}" type="presOf" srcId="{C70A8F46-8A5D-41F6-AE9B-0E66BFC848B0}" destId="{2B73C3F2-5DE9-4160-B3D9-36E8A19ECF82}" srcOrd="0" destOrd="2" presId="urn:microsoft.com/office/officeart/2005/8/layout/list1"/>
    <dgm:cxn modelId="{49F2C41F-1E6E-4A1D-BF72-B72C458B4BEF}" type="presOf" srcId="{5E7C9F81-ABAA-4B7B-9EFD-B986EF9FB30C}" destId="{D2074657-8A98-428F-9907-E8ED7350F9A2}" srcOrd="1" destOrd="0" presId="urn:microsoft.com/office/officeart/2005/8/layout/list1"/>
    <dgm:cxn modelId="{F0878B2A-E2C2-4ED5-993F-0E660A0B7C51}" type="presOf" srcId="{C00E74C4-53DA-4E7F-99E3-97E9111BCDBA}" destId="{2B73C3F2-5DE9-4160-B3D9-36E8A19ECF82}" srcOrd="0" destOrd="1" presId="urn:microsoft.com/office/officeart/2005/8/layout/list1"/>
    <dgm:cxn modelId="{09C7392E-12AC-4F2C-B11F-295A26FBE867}" srcId="{40967BA1-2DEE-45EF-AC10-CB3D2D71768B}" destId="{EF0D5E35-C86E-409C-B048-D8FD4D97D177}" srcOrd="0" destOrd="0" parTransId="{DE0E8727-832A-4286-B04D-212EF1301AE1}" sibTransId="{78929812-9BAA-4273-B6DF-368525333381}"/>
    <dgm:cxn modelId="{E449B74B-4231-4278-BF83-DCE383BEFA71}" type="presOf" srcId="{EF0D5E35-C86E-409C-B048-D8FD4D97D177}" destId="{2B73C3F2-5DE9-4160-B3D9-36E8A19ECF82}" srcOrd="0" destOrd="0" presId="urn:microsoft.com/office/officeart/2005/8/layout/list1"/>
    <dgm:cxn modelId="{A9465955-E759-46E0-9735-A5CC242BE72A}" type="presOf" srcId="{5E7C9F81-ABAA-4B7B-9EFD-B986EF9FB30C}" destId="{555D2AFE-7157-43F2-A99D-876C585E3958}" srcOrd="0" destOrd="0" presId="urn:microsoft.com/office/officeart/2005/8/layout/list1"/>
    <dgm:cxn modelId="{72DB928B-5DD3-4AE9-90B8-72865D54B4A3}" type="presOf" srcId="{4F5BF6F7-50EE-4ABB-8ABA-27C848FFD1E9}" destId="{D754877C-783D-475E-869E-FFA4F59CC444}" srcOrd="0" destOrd="0" presId="urn:microsoft.com/office/officeart/2005/8/layout/list1"/>
    <dgm:cxn modelId="{0AD61E9E-E57F-49A9-994A-79BB0C8CF2A5}" srcId="{40967BA1-2DEE-45EF-AC10-CB3D2D71768B}" destId="{C70A8F46-8A5D-41F6-AE9B-0E66BFC848B0}" srcOrd="2" destOrd="0" parTransId="{9962C987-2475-4BF1-9AD7-B0D353F71371}" sibTransId="{EE4AFB02-B83E-4C74-B8D6-6A715714F43C}"/>
    <dgm:cxn modelId="{28F3E5A1-8453-4960-81CA-D5D959892077}" srcId="{5E7C9F81-ABAA-4B7B-9EFD-B986EF9FB30C}" destId="{4F5BF6F7-50EE-4ABB-8ABA-27C848FFD1E9}" srcOrd="0" destOrd="0" parTransId="{2A8DEC6B-F08B-4E9E-9C4A-5D2A3755CD1F}" sibTransId="{E9874305-9387-457C-B715-C612A21322A7}"/>
    <dgm:cxn modelId="{2BF824A7-E8F3-4C41-922F-7CD2F7DC135B}" srcId="{43670672-A074-4694-B3EF-7BBF1712D92E}" destId="{40967BA1-2DEE-45EF-AC10-CB3D2D71768B}" srcOrd="1" destOrd="0" parTransId="{113A0E57-566F-4597-8F61-0068E483D65B}" sibTransId="{AD90B4E4-0742-4923-8D21-28DC9CFCE6B0}"/>
    <dgm:cxn modelId="{EF7FB5B7-5770-42F6-9A2D-46420E0D96B1}" type="presOf" srcId="{40967BA1-2DEE-45EF-AC10-CB3D2D71768B}" destId="{A4C0F12D-6F0C-406F-B952-D42443B95183}" srcOrd="1" destOrd="0" presId="urn:microsoft.com/office/officeart/2005/8/layout/list1"/>
    <dgm:cxn modelId="{22B978F1-0BD7-4540-9B15-7EF1E3E6F74A}" srcId="{43670672-A074-4694-B3EF-7BBF1712D92E}" destId="{5E7C9F81-ABAA-4B7B-9EFD-B986EF9FB30C}" srcOrd="0" destOrd="0" parTransId="{2B3E969E-5A35-4A73-9F0F-1804C8B38019}" sibTransId="{5C0C4F83-10FD-4BEB-B109-67C1D301A552}"/>
    <dgm:cxn modelId="{8A6E8EFB-6E4D-4DAF-B023-A7AE823E0872}" srcId="{40967BA1-2DEE-45EF-AC10-CB3D2D71768B}" destId="{C00E74C4-53DA-4E7F-99E3-97E9111BCDBA}" srcOrd="1" destOrd="0" parTransId="{9D6451BC-5063-4BC3-BE91-DBFEFE43F680}" sibTransId="{E3571A4F-DD88-480B-8377-5AD966007C04}"/>
    <dgm:cxn modelId="{68905C52-18F9-4FB9-A7D4-B76B38B24905}" type="presParOf" srcId="{C5037EA8-B387-441E-B32B-51060DE92FDE}" destId="{91D5C263-F8A0-4477-B786-27ADC9EAF819}" srcOrd="0" destOrd="0" presId="urn:microsoft.com/office/officeart/2005/8/layout/list1"/>
    <dgm:cxn modelId="{8856ABC1-250E-47BC-89B2-7E544C000269}" type="presParOf" srcId="{91D5C263-F8A0-4477-B786-27ADC9EAF819}" destId="{555D2AFE-7157-43F2-A99D-876C585E3958}" srcOrd="0" destOrd="0" presId="urn:microsoft.com/office/officeart/2005/8/layout/list1"/>
    <dgm:cxn modelId="{21B4E0AB-2ACC-4BF8-90DD-626EDD7E909F}" type="presParOf" srcId="{91D5C263-F8A0-4477-B786-27ADC9EAF819}" destId="{D2074657-8A98-428F-9907-E8ED7350F9A2}" srcOrd="1" destOrd="0" presId="urn:microsoft.com/office/officeart/2005/8/layout/list1"/>
    <dgm:cxn modelId="{EA4DD7B1-8333-4B9D-AFF2-CD14E4C35990}" type="presParOf" srcId="{C5037EA8-B387-441E-B32B-51060DE92FDE}" destId="{5DFD1607-ADFC-49DE-8753-28FAB803C3A6}" srcOrd="1" destOrd="0" presId="urn:microsoft.com/office/officeart/2005/8/layout/list1"/>
    <dgm:cxn modelId="{07F5932E-395B-460B-B6C4-4387F24120CE}" type="presParOf" srcId="{C5037EA8-B387-441E-B32B-51060DE92FDE}" destId="{D754877C-783D-475E-869E-FFA4F59CC444}" srcOrd="2" destOrd="0" presId="urn:microsoft.com/office/officeart/2005/8/layout/list1"/>
    <dgm:cxn modelId="{BCBD1F47-3ED2-4107-B031-F81A9114C834}" type="presParOf" srcId="{C5037EA8-B387-441E-B32B-51060DE92FDE}" destId="{EBBB0536-8FF8-4DB7-8FE6-23022B21A74E}" srcOrd="3" destOrd="0" presId="urn:microsoft.com/office/officeart/2005/8/layout/list1"/>
    <dgm:cxn modelId="{0F143F34-C6CD-4E57-ABBB-C3CCF22F3641}" type="presParOf" srcId="{C5037EA8-B387-441E-B32B-51060DE92FDE}" destId="{50029493-A019-4286-8D4F-D32B419D3995}" srcOrd="4" destOrd="0" presId="urn:microsoft.com/office/officeart/2005/8/layout/list1"/>
    <dgm:cxn modelId="{83857B8A-323C-4CBA-AA7A-362B0212F622}" type="presParOf" srcId="{50029493-A019-4286-8D4F-D32B419D3995}" destId="{CF197433-0F28-46A7-A9C7-F8770A11974C}" srcOrd="0" destOrd="0" presId="urn:microsoft.com/office/officeart/2005/8/layout/list1"/>
    <dgm:cxn modelId="{82072F2C-2151-4991-AFE9-AAA4F6C6B8E4}" type="presParOf" srcId="{50029493-A019-4286-8D4F-D32B419D3995}" destId="{A4C0F12D-6F0C-406F-B952-D42443B95183}" srcOrd="1" destOrd="0" presId="urn:microsoft.com/office/officeart/2005/8/layout/list1"/>
    <dgm:cxn modelId="{39F4AAB5-A639-4F02-9C78-8EBD2BB2B380}" type="presParOf" srcId="{C5037EA8-B387-441E-B32B-51060DE92FDE}" destId="{6DCA8F23-5FB2-43A6-B178-4E482BDE85C8}" srcOrd="5" destOrd="0" presId="urn:microsoft.com/office/officeart/2005/8/layout/list1"/>
    <dgm:cxn modelId="{EA992E1F-E0BD-4C32-A7AD-9E7DDB91AFCF}" type="presParOf" srcId="{C5037EA8-B387-441E-B32B-51060DE92FDE}" destId="{2B73C3F2-5DE9-4160-B3D9-36E8A19ECF8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F00679A-BAC0-4789-AEF3-CA58A84DC5A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ABCDFC5-E0E2-4824-89F3-657F650CD489}">
      <dgm:prSet/>
      <dgm:spPr/>
      <dgm:t>
        <a:bodyPr/>
        <a:lstStyle/>
        <a:p>
          <a:r>
            <a:rPr lang="en-GB"/>
            <a:t>Missing values </a:t>
          </a:r>
          <a:endParaRPr lang="en-US"/>
        </a:p>
      </dgm:t>
    </dgm:pt>
    <dgm:pt modelId="{E7CA0076-3238-47BB-9EE5-094400499139}" type="parTrans" cxnId="{019459B0-A68F-4423-B736-6C3F9B5DBD41}">
      <dgm:prSet/>
      <dgm:spPr/>
      <dgm:t>
        <a:bodyPr/>
        <a:lstStyle/>
        <a:p>
          <a:endParaRPr lang="en-US"/>
        </a:p>
      </dgm:t>
    </dgm:pt>
    <dgm:pt modelId="{08AFB86C-CD75-4695-9509-CAE96DCD792C}" type="sibTrans" cxnId="{019459B0-A68F-4423-B736-6C3F9B5DBD41}">
      <dgm:prSet/>
      <dgm:spPr/>
      <dgm:t>
        <a:bodyPr/>
        <a:lstStyle/>
        <a:p>
          <a:endParaRPr lang="en-US"/>
        </a:p>
      </dgm:t>
    </dgm:pt>
    <dgm:pt modelId="{1795DC71-0E13-43D4-946E-DD679670D8EB}">
      <dgm:prSet/>
      <dgm:spPr/>
      <dgm:t>
        <a:bodyPr/>
        <a:lstStyle/>
        <a:p>
          <a:r>
            <a:rPr lang="en-GB"/>
            <a:t>Duplicate removal </a:t>
          </a:r>
          <a:endParaRPr lang="en-US"/>
        </a:p>
      </dgm:t>
    </dgm:pt>
    <dgm:pt modelId="{F4B43B4A-E7E7-4A13-86F3-B307D09D8388}" type="parTrans" cxnId="{D898CA65-E7D1-4506-8A7D-71AA8438ACC7}">
      <dgm:prSet/>
      <dgm:spPr/>
      <dgm:t>
        <a:bodyPr/>
        <a:lstStyle/>
        <a:p>
          <a:endParaRPr lang="en-US"/>
        </a:p>
      </dgm:t>
    </dgm:pt>
    <dgm:pt modelId="{D1AB2E90-8100-4A22-AF1E-9A02E4066EF4}" type="sibTrans" cxnId="{D898CA65-E7D1-4506-8A7D-71AA8438ACC7}">
      <dgm:prSet/>
      <dgm:spPr/>
      <dgm:t>
        <a:bodyPr/>
        <a:lstStyle/>
        <a:p>
          <a:endParaRPr lang="en-US"/>
        </a:p>
      </dgm:t>
    </dgm:pt>
    <dgm:pt modelId="{DBE3180B-CB83-4240-B2DA-A0F05442A690}">
      <dgm:prSet/>
      <dgm:spPr/>
      <dgm:t>
        <a:bodyPr/>
        <a:lstStyle/>
        <a:p>
          <a:r>
            <a:rPr lang="en-GB"/>
            <a:t>Handling outliers </a:t>
          </a:r>
          <a:endParaRPr lang="en-US"/>
        </a:p>
      </dgm:t>
    </dgm:pt>
    <dgm:pt modelId="{05B97B61-1ABE-470D-80F3-B267A35C7F51}" type="parTrans" cxnId="{C53F731B-0324-42D1-B6BA-0439085256E0}">
      <dgm:prSet/>
      <dgm:spPr/>
      <dgm:t>
        <a:bodyPr/>
        <a:lstStyle/>
        <a:p>
          <a:endParaRPr lang="en-US"/>
        </a:p>
      </dgm:t>
    </dgm:pt>
    <dgm:pt modelId="{77230541-2CD8-45C5-A8C8-A21F677B1336}" type="sibTrans" cxnId="{C53F731B-0324-42D1-B6BA-0439085256E0}">
      <dgm:prSet/>
      <dgm:spPr/>
      <dgm:t>
        <a:bodyPr/>
        <a:lstStyle/>
        <a:p>
          <a:endParaRPr lang="en-US"/>
        </a:p>
      </dgm:t>
    </dgm:pt>
    <dgm:pt modelId="{22F7B616-8D1B-4600-9680-647248F83AB6}">
      <dgm:prSet/>
      <dgm:spPr/>
      <dgm:t>
        <a:bodyPr/>
        <a:lstStyle/>
        <a:p>
          <a:r>
            <a:rPr lang="en-GB"/>
            <a:t>Encoding categorical variables</a:t>
          </a:r>
          <a:endParaRPr lang="en-US"/>
        </a:p>
      </dgm:t>
    </dgm:pt>
    <dgm:pt modelId="{604004B4-5D83-42A2-A282-36D480719BB1}" type="parTrans" cxnId="{30B58FFF-9D28-4F0A-AE70-91FF79A055AB}">
      <dgm:prSet/>
      <dgm:spPr/>
      <dgm:t>
        <a:bodyPr/>
        <a:lstStyle/>
        <a:p>
          <a:endParaRPr lang="en-US"/>
        </a:p>
      </dgm:t>
    </dgm:pt>
    <dgm:pt modelId="{1BA1D9E1-BDE2-40CD-8353-005DF2638320}" type="sibTrans" cxnId="{30B58FFF-9D28-4F0A-AE70-91FF79A055AB}">
      <dgm:prSet/>
      <dgm:spPr/>
      <dgm:t>
        <a:bodyPr/>
        <a:lstStyle/>
        <a:p>
          <a:endParaRPr lang="en-US"/>
        </a:p>
      </dgm:t>
    </dgm:pt>
    <dgm:pt modelId="{C68E92BE-C005-4989-BE16-A02A5D058E47}" type="pres">
      <dgm:prSet presAssocID="{3F00679A-BAC0-4789-AEF3-CA58A84DC5A2}" presName="linear" presStyleCnt="0">
        <dgm:presLayoutVars>
          <dgm:dir/>
          <dgm:animLvl val="lvl"/>
          <dgm:resizeHandles val="exact"/>
        </dgm:presLayoutVars>
      </dgm:prSet>
      <dgm:spPr/>
    </dgm:pt>
    <dgm:pt modelId="{73A0261C-9561-463B-889F-77F299F64B8C}" type="pres">
      <dgm:prSet presAssocID="{2ABCDFC5-E0E2-4824-89F3-657F650CD489}" presName="parentLin" presStyleCnt="0"/>
      <dgm:spPr/>
    </dgm:pt>
    <dgm:pt modelId="{E48452CA-8EA3-48EA-9E41-977B578F917E}" type="pres">
      <dgm:prSet presAssocID="{2ABCDFC5-E0E2-4824-89F3-657F650CD489}" presName="parentLeftMargin" presStyleLbl="node1" presStyleIdx="0" presStyleCnt="4"/>
      <dgm:spPr/>
    </dgm:pt>
    <dgm:pt modelId="{D5DA653B-DCC6-488A-A5DC-F8CA0EC9FF86}" type="pres">
      <dgm:prSet presAssocID="{2ABCDFC5-E0E2-4824-89F3-657F650CD48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7AA0AF6-570D-4019-B56C-17FED4D456A0}" type="pres">
      <dgm:prSet presAssocID="{2ABCDFC5-E0E2-4824-89F3-657F650CD489}" presName="negativeSpace" presStyleCnt="0"/>
      <dgm:spPr/>
    </dgm:pt>
    <dgm:pt modelId="{DAEA1457-A3BA-4147-845D-20F008E4F267}" type="pres">
      <dgm:prSet presAssocID="{2ABCDFC5-E0E2-4824-89F3-657F650CD489}" presName="childText" presStyleLbl="conFgAcc1" presStyleIdx="0" presStyleCnt="4">
        <dgm:presLayoutVars>
          <dgm:bulletEnabled val="1"/>
        </dgm:presLayoutVars>
      </dgm:prSet>
      <dgm:spPr/>
    </dgm:pt>
    <dgm:pt modelId="{6D4D64DC-5D93-487D-BC43-0BAF9669CD53}" type="pres">
      <dgm:prSet presAssocID="{08AFB86C-CD75-4695-9509-CAE96DCD792C}" presName="spaceBetweenRectangles" presStyleCnt="0"/>
      <dgm:spPr/>
    </dgm:pt>
    <dgm:pt modelId="{30245F63-90F2-4703-A7CD-3ACCB567D6A1}" type="pres">
      <dgm:prSet presAssocID="{1795DC71-0E13-43D4-946E-DD679670D8EB}" presName="parentLin" presStyleCnt="0"/>
      <dgm:spPr/>
    </dgm:pt>
    <dgm:pt modelId="{A41DF515-1F16-4F4F-B670-FD01FE108088}" type="pres">
      <dgm:prSet presAssocID="{1795DC71-0E13-43D4-946E-DD679670D8EB}" presName="parentLeftMargin" presStyleLbl="node1" presStyleIdx="0" presStyleCnt="4"/>
      <dgm:spPr/>
    </dgm:pt>
    <dgm:pt modelId="{2BC71923-C13C-4D82-B90A-13FF4FE43B25}" type="pres">
      <dgm:prSet presAssocID="{1795DC71-0E13-43D4-946E-DD679670D8E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B3E2759-8B5F-4A0F-9396-CA8627D9ED59}" type="pres">
      <dgm:prSet presAssocID="{1795DC71-0E13-43D4-946E-DD679670D8EB}" presName="negativeSpace" presStyleCnt="0"/>
      <dgm:spPr/>
    </dgm:pt>
    <dgm:pt modelId="{E44C4A4F-7492-4A7F-9AF7-17F46BE8C2CF}" type="pres">
      <dgm:prSet presAssocID="{1795DC71-0E13-43D4-946E-DD679670D8EB}" presName="childText" presStyleLbl="conFgAcc1" presStyleIdx="1" presStyleCnt="4">
        <dgm:presLayoutVars>
          <dgm:bulletEnabled val="1"/>
        </dgm:presLayoutVars>
      </dgm:prSet>
      <dgm:spPr/>
    </dgm:pt>
    <dgm:pt modelId="{CC8E7A81-58C7-4EB3-BEAB-822906CA88D1}" type="pres">
      <dgm:prSet presAssocID="{D1AB2E90-8100-4A22-AF1E-9A02E4066EF4}" presName="spaceBetweenRectangles" presStyleCnt="0"/>
      <dgm:spPr/>
    </dgm:pt>
    <dgm:pt modelId="{3E7DB890-0735-4584-AD52-45190623A848}" type="pres">
      <dgm:prSet presAssocID="{DBE3180B-CB83-4240-B2DA-A0F05442A690}" presName="parentLin" presStyleCnt="0"/>
      <dgm:spPr/>
    </dgm:pt>
    <dgm:pt modelId="{E35D1529-717E-4A32-A295-1EE2DE11C41F}" type="pres">
      <dgm:prSet presAssocID="{DBE3180B-CB83-4240-B2DA-A0F05442A690}" presName="parentLeftMargin" presStyleLbl="node1" presStyleIdx="1" presStyleCnt="4"/>
      <dgm:spPr/>
    </dgm:pt>
    <dgm:pt modelId="{5D19498B-208B-4565-8B4D-E766A9564801}" type="pres">
      <dgm:prSet presAssocID="{DBE3180B-CB83-4240-B2DA-A0F05442A69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35EA364-966F-49D6-993D-352D3A4D3840}" type="pres">
      <dgm:prSet presAssocID="{DBE3180B-CB83-4240-B2DA-A0F05442A690}" presName="negativeSpace" presStyleCnt="0"/>
      <dgm:spPr/>
    </dgm:pt>
    <dgm:pt modelId="{D6FF8ED9-76CD-4216-B1D9-ED0BEC3BE678}" type="pres">
      <dgm:prSet presAssocID="{DBE3180B-CB83-4240-B2DA-A0F05442A690}" presName="childText" presStyleLbl="conFgAcc1" presStyleIdx="2" presStyleCnt="4">
        <dgm:presLayoutVars>
          <dgm:bulletEnabled val="1"/>
        </dgm:presLayoutVars>
      </dgm:prSet>
      <dgm:spPr/>
    </dgm:pt>
    <dgm:pt modelId="{1FD6BB09-308E-4969-B3DD-143F7A1D2D87}" type="pres">
      <dgm:prSet presAssocID="{77230541-2CD8-45C5-A8C8-A21F677B1336}" presName="spaceBetweenRectangles" presStyleCnt="0"/>
      <dgm:spPr/>
    </dgm:pt>
    <dgm:pt modelId="{C7078336-112C-4988-9267-C07E68A69FE7}" type="pres">
      <dgm:prSet presAssocID="{22F7B616-8D1B-4600-9680-647248F83AB6}" presName="parentLin" presStyleCnt="0"/>
      <dgm:spPr/>
    </dgm:pt>
    <dgm:pt modelId="{514691B4-824F-4771-B53D-2952869D79C9}" type="pres">
      <dgm:prSet presAssocID="{22F7B616-8D1B-4600-9680-647248F83AB6}" presName="parentLeftMargin" presStyleLbl="node1" presStyleIdx="2" presStyleCnt="4"/>
      <dgm:spPr/>
    </dgm:pt>
    <dgm:pt modelId="{18861B44-D3F1-4A39-8AA1-8DA0635B0512}" type="pres">
      <dgm:prSet presAssocID="{22F7B616-8D1B-4600-9680-647248F83AB6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5882CB5-16F5-45D9-AD4F-462D4E124A6C}" type="pres">
      <dgm:prSet presAssocID="{22F7B616-8D1B-4600-9680-647248F83AB6}" presName="negativeSpace" presStyleCnt="0"/>
      <dgm:spPr/>
    </dgm:pt>
    <dgm:pt modelId="{B62EDD08-F3F6-4C9A-894C-F36D1FDA249F}" type="pres">
      <dgm:prSet presAssocID="{22F7B616-8D1B-4600-9680-647248F83AB6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257C5C0D-59CE-433C-A18C-FE70A9767441}" type="presOf" srcId="{DBE3180B-CB83-4240-B2DA-A0F05442A690}" destId="{5D19498B-208B-4565-8B4D-E766A9564801}" srcOrd="1" destOrd="0" presId="urn:microsoft.com/office/officeart/2005/8/layout/list1"/>
    <dgm:cxn modelId="{09909219-D6CC-401C-9837-8B3083FEDB36}" type="presOf" srcId="{3F00679A-BAC0-4789-AEF3-CA58A84DC5A2}" destId="{C68E92BE-C005-4989-BE16-A02A5D058E47}" srcOrd="0" destOrd="0" presId="urn:microsoft.com/office/officeart/2005/8/layout/list1"/>
    <dgm:cxn modelId="{C53F731B-0324-42D1-B6BA-0439085256E0}" srcId="{3F00679A-BAC0-4789-AEF3-CA58A84DC5A2}" destId="{DBE3180B-CB83-4240-B2DA-A0F05442A690}" srcOrd="2" destOrd="0" parTransId="{05B97B61-1ABE-470D-80F3-B267A35C7F51}" sibTransId="{77230541-2CD8-45C5-A8C8-A21F677B1336}"/>
    <dgm:cxn modelId="{F8271F31-729C-4907-B430-E6EC10834CCA}" type="presOf" srcId="{22F7B616-8D1B-4600-9680-647248F83AB6}" destId="{514691B4-824F-4771-B53D-2952869D79C9}" srcOrd="0" destOrd="0" presId="urn:microsoft.com/office/officeart/2005/8/layout/list1"/>
    <dgm:cxn modelId="{D898CA65-E7D1-4506-8A7D-71AA8438ACC7}" srcId="{3F00679A-BAC0-4789-AEF3-CA58A84DC5A2}" destId="{1795DC71-0E13-43D4-946E-DD679670D8EB}" srcOrd="1" destOrd="0" parTransId="{F4B43B4A-E7E7-4A13-86F3-B307D09D8388}" sibTransId="{D1AB2E90-8100-4A22-AF1E-9A02E4066EF4}"/>
    <dgm:cxn modelId="{8F6F6B66-7605-4395-A353-7C92018DEDE6}" type="presOf" srcId="{2ABCDFC5-E0E2-4824-89F3-657F650CD489}" destId="{D5DA653B-DCC6-488A-A5DC-F8CA0EC9FF86}" srcOrd="1" destOrd="0" presId="urn:microsoft.com/office/officeart/2005/8/layout/list1"/>
    <dgm:cxn modelId="{38264952-53C1-4D0E-BAAD-E76586D166BF}" type="presOf" srcId="{22F7B616-8D1B-4600-9680-647248F83AB6}" destId="{18861B44-D3F1-4A39-8AA1-8DA0635B0512}" srcOrd="1" destOrd="0" presId="urn:microsoft.com/office/officeart/2005/8/layout/list1"/>
    <dgm:cxn modelId="{29340E7F-2A19-409D-AE4D-8DB6366619A4}" type="presOf" srcId="{1795DC71-0E13-43D4-946E-DD679670D8EB}" destId="{A41DF515-1F16-4F4F-B670-FD01FE108088}" srcOrd="0" destOrd="0" presId="urn:microsoft.com/office/officeart/2005/8/layout/list1"/>
    <dgm:cxn modelId="{019459B0-A68F-4423-B736-6C3F9B5DBD41}" srcId="{3F00679A-BAC0-4789-AEF3-CA58A84DC5A2}" destId="{2ABCDFC5-E0E2-4824-89F3-657F650CD489}" srcOrd="0" destOrd="0" parTransId="{E7CA0076-3238-47BB-9EE5-094400499139}" sibTransId="{08AFB86C-CD75-4695-9509-CAE96DCD792C}"/>
    <dgm:cxn modelId="{8CCB32D5-C1AF-4DC4-BE0B-A73E63B05C9B}" type="presOf" srcId="{1795DC71-0E13-43D4-946E-DD679670D8EB}" destId="{2BC71923-C13C-4D82-B90A-13FF4FE43B25}" srcOrd="1" destOrd="0" presId="urn:microsoft.com/office/officeart/2005/8/layout/list1"/>
    <dgm:cxn modelId="{8289E9D9-B6C7-4EF7-AEA0-EF6C5ADE278D}" type="presOf" srcId="{2ABCDFC5-E0E2-4824-89F3-657F650CD489}" destId="{E48452CA-8EA3-48EA-9E41-977B578F917E}" srcOrd="0" destOrd="0" presId="urn:microsoft.com/office/officeart/2005/8/layout/list1"/>
    <dgm:cxn modelId="{58648CDC-2C13-4ABB-A903-D9E2A3BFF84F}" type="presOf" srcId="{DBE3180B-CB83-4240-B2DA-A0F05442A690}" destId="{E35D1529-717E-4A32-A295-1EE2DE11C41F}" srcOrd="0" destOrd="0" presId="urn:microsoft.com/office/officeart/2005/8/layout/list1"/>
    <dgm:cxn modelId="{30B58FFF-9D28-4F0A-AE70-91FF79A055AB}" srcId="{3F00679A-BAC0-4789-AEF3-CA58A84DC5A2}" destId="{22F7B616-8D1B-4600-9680-647248F83AB6}" srcOrd="3" destOrd="0" parTransId="{604004B4-5D83-42A2-A282-36D480719BB1}" sibTransId="{1BA1D9E1-BDE2-40CD-8353-005DF2638320}"/>
    <dgm:cxn modelId="{5F9254BE-2B87-4257-A6FF-D5781BA0CEEA}" type="presParOf" srcId="{C68E92BE-C005-4989-BE16-A02A5D058E47}" destId="{73A0261C-9561-463B-889F-77F299F64B8C}" srcOrd="0" destOrd="0" presId="urn:microsoft.com/office/officeart/2005/8/layout/list1"/>
    <dgm:cxn modelId="{907BDA45-3EA9-476C-AD27-7284A7EAFA40}" type="presParOf" srcId="{73A0261C-9561-463B-889F-77F299F64B8C}" destId="{E48452CA-8EA3-48EA-9E41-977B578F917E}" srcOrd="0" destOrd="0" presId="urn:microsoft.com/office/officeart/2005/8/layout/list1"/>
    <dgm:cxn modelId="{05BA465A-E5E8-4D90-83C5-AA4E503C104B}" type="presParOf" srcId="{73A0261C-9561-463B-889F-77F299F64B8C}" destId="{D5DA653B-DCC6-488A-A5DC-F8CA0EC9FF86}" srcOrd="1" destOrd="0" presId="urn:microsoft.com/office/officeart/2005/8/layout/list1"/>
    <dgm:cxn modelId="{28B742A9-A629-42D5-A2DF-72E025BFE7DC}" type="presParOf" srcId="{C68E92BE-C005-4989-BE16-A02A5D058E47}" destId="{C7AA0AF6-570D-4019-B56C-17FED4D456A0}" srcOrd="1" destOrd="0" presId="urn:microsoft.com/office/officeart/2005/8/layout/list1"/>
    <dgm:cxn modelId="{AA8EE4C3-37B3-41A3-AD65-C22BBC3219D3}" type="presParOf" srcId="{C68E92BE-C005-4989-BE16-A02A5D058E47}" destId="{DAEA1457-A3BA-4147-845D-20F008E4F267}" srcOrd="2" destOrd="0" presId="urn:microsoft.com/office/officeart/2005/8/layout/list1"/>
    <dgm:cxn modelId="{1020A5D8-5759-400C-991D-6317F0A07972}" type="presParOf" srcId="{C68E92BE-C005-4989-BE16-A02A5D058E47}" destId="{6D4D64DC-5D93-487D-BC43-0BAF9669CD53}" srcOrd="3" destOrd="0" presId="urn:microsoft.com/office/officeart/2005/8/layout/list1"/>
    <dgm:cxn modelId="{E766E317-0B3D-4B31-AF1F-6873BA69DB8A}" type="presParOf" srcId="{C68E92BE-C005-4989-BE16-A02A5D058E47}" destId="{30245F63-90F2-4703-A7CD-3ACCB567D6A1}" srcOrd="4" destOrd="0" presId="urn:microsoft.com/office/officeart/2005/8/layout/list1"/>
    <dgm:cxn modelId="{84CB8D32-60B6-47B2-AF5B-114825DDFBFB}" type="presParOf" srcId="{30245F63-90F2-4703-A7CD-3ACCB567D6A1}" destId="{A41DF515-1F16-4F4F-B670-FD01FE108088}" srcOrd="0" destOrd="0" presId="urn:microsoft.com/office/officeart/2005/8/layout/list1"/>
    <dgm:cxn modelId="{B33D9403-C407-406C-94DB-234B28034A38}" type="presParOf" srcId="{30245F63-90F2-4703-A7CD-3ACCB567D6A1}" destId="{2BC71923-C13C-4D82-B90A-13FF4FE43B25}" srcOrd="1" destOrd="0" presId="urn:microsoft.com/office/officeart/2005/8/layout/list1"/>
    <dgm:cxn modelId="{1CCA7BFF-D473-49C8-99B6-E35B98ACB6E6}" type="presParOf" srcId="{C68E92BE-C005-4989-BE16-A02A5D058E47}" destId="{DB3E2759-8B5F-4A0F-9396-CA8627D9ED59}" srcOrd="5" destOrd="0" presId="urn:microsoft.com/office/officeart/2005/8/layout/list1"/>
    <dgm:cxn modelId="{2488D896-BFE2-4AB4-AFD9-178D290ADB3E}" type="presParOf" srcId="{C68E92BE-C005-4989-BE16-A02A5D058E47}" destId="{E44C4A4F-7492-4A7F-9AF7-17F46BE8C2CF}" srcOrd="6" destOrd="0" presId="urn:microsoft.com/office/officeart/2005/8/layout/list1"/>
    <dgm:cxn modelId="{CE3B5EBB-B977-46A0-BC83-DE58FD7AE843}" type="presParOf" srcId="{C68E92BE-C005-4989-BE16-A02A5D058E47}" destId="{CC8E7A81-58C7-4EB3-BEAB-822906CA88D1}" srcOrd="7" destOrd="0" presId="urn:microsoft.com/office/officeart/2005/8/layout/list1"/>
    <dgm:cxn modelId="{0F27A6E5-26D6-4AEC-B874-3C1D9DF6B1E9}" type="presParOf" srcId="{C68E92BE-C005-4989-BE16-A02A5D058E47}" destId="{3E7DB890-0735-4584-AD52-45190623A848}" srcOrd="8" destOrd="0" presId="urn:microsoft.com/office/officeart/2005/8/layout/list1"/>
    <dgm:cxn modelId="{770171BE-2AC7-4CC7-858B-BDC303A06C2D}" type="presParOf" srcId="{3E7DB890-0735-4584-AD52-45190623A848}" destId="{E35D1529-717E-4A32-A295-1EE2DE11C41F}" srcOrd="0" destOrd="0" presId="urn:microsoft.com/office/officeart/2005/8/layout/list1"/>
    <dgm:cxn modelId="{250997E4-2694-487F-AA1B-5465EBCCF5EB}" type="presParOf" srcId="{3E7DB890-0735-4584-AD52-45190623A848}" destId="{5D19498B-208B-4565-8B4D-E766A9564801}" srcOrd="1" destOrd="0" presId="urn:microsoft.com/office/officeart/2005/8/layout/list1"/>
    <dgm:cxn modelId="{92C6F6F3-11CE-4CBB-9F0A-C3CBB59A4F49}" type="presParOf" srcId="{C68E92BE-C005-4989-BE16-A02A5D058E47}" destId="{135EA364-966F-49D6-993D-352D3A4D3840}" srcOrd="9" destOrd="0" presId="urn:microsoft.com/office/officeart/2005/8/layout/list1"/>
    <dgm:cxn modelId="{C11B8539-761A-44A2-AF01-78ECDCF19B5F}" type="presParOf" srcId="{C68E92BE-C005-4989-BE16-A02A5D058E47}" destId="{D6FF8ED9-76CD-4216-B1D9-ED0BEC3BE678}" srcOrd="10" destOrd="0" presId="urn:microsoft.com/office/officeart/2005/8/layout/list1"/>
    <dgm:cxn modelId="{0DA92D67-D446-434F-9ADD-77FD912E0CA0}" type="presParOf" srcId="{C68E92BE-C005-4989-BE16-A02A5D058E47}" destId="{1FD6BB09-308E-4969-B3DD-143F7A1D2D87}" srcOrd="11" destOrd="0" presId="urn:microsoft.com/office/officeart/2005/8/layout/list1"/>
    <dgm:cxn modelId="{5E6A8624-A366-4226-BB2D-C40B36CE4D05}" type="presParOf" srcId="{C68E92BE-C005-4989-BE16-A02A5D058E47}" destId="{C7078336-112C-4988-9267-C07E68A69FE7}" srcOrd="12" destOrd="0" presId="urn:microsoft.com/office/officeart/2005/8/layout/list1"/>
    <dgm:cxn modelId="{5A12C5D4-B4D2-4583-8836-69F31C8D7084}" type="presParOf" srcId="{C7078336-112C-4988-9267-C07E68A69FE7}" destId="{514691B4-824F-4771-B53D-2952869D79C9}" srcOrd="0" destOrd="0" presId="urn:microsoft.com/office/officeart/2005/8/layout/list1"/>
    <dgm:cxn modelId="{9ED6DD1A-8059-4855-A300-DDE99357DE1B}" type="presParOf" srcId="{C7078336-112C-4988-9267-C07E68A69FE7}" destId="{18861B44-D3F1-4A39-8AA1-8DA0635B0512}" srcOrd="1" destOrd="0" presId="urn:microsoft.com/office/officeart/2005/8/layout/list1"/>
    <dgm:cxn modelId="{8232497D-2CCB-419E-A987-86550B701F31}" type="presParOf" srcId="{C68E92BE-C005-4989-BE16-A02A5D058E47}" destId="{35882CB5-16F5-45D9-AD4F-462D4E124A6C}" srcOrd="13" destOrd="0" presId="urn:microsoft.com/office/officeart/2005/8/layout/list1"/>
    <dgm:cxn modelId="{222940B7-8B49-40BE-A538-51066031077A}" type="presParOf" srcId="{C68E92BE-C005-4989-BE16-A02A5D058E47}" destId="{B62EDD08-F3F6-4C9A-894C-F36D1FDA249F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BA15934-D13E-4689-8712-CFB99C0A1767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5382E69-268F-43FC-9D95-9F81F91C3056}">
      <dgm:prSet/>
      <dgm:spPr/>
      <dgm:t>
        <a:bodyPr/>
        <a:lstStyle/>
        <a:p>
          <a:r>
            <a:rPr lang="en-GB" dirty="0"/>
            <a:t>Distribution of </a:t>
          </a:r>
          <a:r>
            <a:rPr lang="en-GB" dirty="0" err="1"/>
            <a:t>SalePrice</a:t>
          </a:r>
          <a:r>
            <a:rPr lang="en-GB" dirty="0"/>
            <a:t> </a:t>
          </a:r>
          <a:endParaRPr lang="en-US" dirty="0"/>
        </a:p>
      </dgm:t>
    </dgm:pt>
    <dgm:pt modelId="{F31ED155-32EA-476D-841D-0F97986604E7}" type="parTrans" cxnId="{0BC53DEB-3481-4CAC-AAC8-CDC00FB4A47D}">
      <dgm:prSet/>
      <dgm:spPr/>
      <dgm:t>
        <a:bodyPr/>
        <a:lstStyle/>
        <a:p>
          <a:endParaRPr lang="en-US"/>
        </a:p>
      </dgm:t>
    </dgm:pt>
    <dgm:pt modelId="{8C740ADD-8D10-4258-A272-EF7E56FC1E91}" type="sibTrans" cxnId="{0BC53DEB-3481-4CAC-AAC8-CDC00FB4A47D}">
      <dgm:prSet/>
      <dgm:spPr/>
      <dgm:t>
        <a:bodyPr/>
        <a:lstStyle/>
        <a:p>
          <a:endParaRPr lang="en-US"/>
        </a:p>
      </dgm:t>
    </dgm:pt>
    <dgm:pt modelId="{961B8625-5BE4-4E62-8A3A-419D2BF86C90}">
      <dgm:prSet/>
      <dgm:spPr/>
      <dgm:t>
        <a:bodyPr/>
        <a:lstStyle/>
        <a:p>
          <a:r>
            <a:rPr lang="en-GB" dirty="0"/>
            <a:t>Correlation heatmap </a:t>
          </a:r>
          <a:endParaRPr lang="en-US" dirty="0"/>
        </a:p>
      </dgm:t>
    </dgm:pt>
    <dgm:pt modelId="{AD580AB5-841B-4350-8C47-E3DD29F7FB34}" type="parTrans" cxnId="{DB0D89D2-5CC0-458D-A6E8-A62CE196C978}">
      <dgm:prSet/>
      <dgm:spPr/>
      <dgm:t>
        <a:bodyPr/>
        <a:lstStyle/>
        <a:p>
          <a:endParaRPr lang="en-US"/>
        </a:p>
      </dgm:t>
    </dgm:pt>
    <dgm:pt modelId="{7D404765-7041-4F39-8D4E-CAF8F66E3C7D}" type="sibTrans" cxnId="{DB0D89D2-5CC0-458D-A6E8-A62CE196C978}">
      <dgm:prSet/>
      <dgm:spPr/>
      <dgm:t>
        <a:bodyPr/>
        <a:lstStyle/>
        <a:p>
          <a:endParaRPr lang="en-US"/>
        </a:p>
      </dgm:t>
    </dgm:pt>
    <dgm:pt modelId="{6AD68471-D6E6-4BDB-954F-F63EA741C604}">
      <dgm:prSet/>
      <dgm:spPr/>
      <dgm:t>
        <a:bodyPr/>
        <a:lstStyle/>
        <a:p>
          <a:r>
            <a:rPr lang="en-GB" dirty="0"/>
            <a:t>Scatter plot (</a:t>
          </a:r>
          <a:r>
            <a:rPr lang="en-GB" dirty="0" err="1"/>
            <a:t>GrLivArea</a:t>
          </a:r>
          <a:r>
            <a:rPr lang="en-GB" dirty="0"/>
            <a:t> vs </a:t>
          </a:r>
          <a:r>
            <a:rPr lang="en-GB" dirty="0" err="1"/>
            <a:t>SalePrice</a:t>
          </a:r>
          <a:r>
            <a:rPr lang="en-GB" dirty="0"/>
            <a:t>)</a:t>
          </a:r>
          <a:endParaRPr lang="en-US" dirty="0"/>
        </a:p>
      </dgm:t>
    </dgm:pt>
    <dgm:pt modelId="{D4AA59D2-E843-4C04-9B8F-5D0B0B6877A3}" type="parTrans" cxnId="{134EB69A-CD4D-4813-B7E1-A89EB1C919E0}">
      <dgm:prSet/>
      <dgm:spPr/>
      <dgm:t>
        <a:bodyPr/>
        <a:lstStyle/>
        <a:p>
          <a:endParaRPr lang="en-US"/>
        </a:p>
      </dgm:t>
    </dgm:pt>
    <dgm:pt modelId="{647E5F70-825B-4EE6-AD84-FC45B8C7BE7F}" type="sibTrans" cxnId="{134EB69A-CD4D-4813-B7E1-A89EB1C919E0}">
      <dgm:prSet/>
      <dgm:spPr/>
      <dgm:t>
        <a:bodyPr/>
        <a:lstStyle/>
        <a:p>
          <a:endParaRPr lang="en-US"/>
        </a:p>
      </dgm:t>
    </dgm:pt>
    <dgm:pt modelId="{1CAC70C9-11F2-4537-9AE0-E09B65896F81}" type="pres">
      <dgm:prSet presAssocID="{2BA15934-D13E-4689-8712-CFB99C0A1767}" presName="linear" presStyleCnt="0">
        <dgm:presLayoutVars>
          <dgm:animLvl val="lvl"/>
          <dgm:resizeHandles val="exact"/>
        </dgm:presLayoutVars>
      </dgm:prSet>
      <dgm:spPr/>
    </dgm:pt>
    <dgm:pt modelId="{1CA7D9BB-917F-409B-AA30-9B8EE1573747}" type="pres">
      <dgm:prSet presAssocID="{A5382E69-268F-43FC-9D95-9F81F91C3056}" presName="parentText" presStyleLbl="node1" presStyleIdx="0" presStyleCnt="3" custLinFactNeighborX="-4211" custLinFactNeighborY="37973">
        <dgm:presLayoutVars>
          <dgm:chMax val="0"/>
          <dgm:bulletEnabled val="1"/>
        </dgm:presLayoutVars>
      </dgm:prSet>
      <dgm:spPr/>
    </dgm:pt>
    <dgm:pt modelId="{DAD549E4-27D4-415A-9A20-C8EB5037FB36}" type="pres">
      <dgm:prSet presAssocID="{8C740ADD-8D10-4258-A272-EF7E56FC1E91}" presName="spacer" presStyleCnt="0"/>
      <dgm:spPr/>
    </dgm:pt>
    <dgm:pt modelId="{F6780706-0182-4A09-8618-321F5D3EBCB6}" type="pres">
      <dgm:prSet presAssocID="{961B8625-5BE4-4E62-8A3A-419D2BF86C9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1B1EB06-70BA-4B57-8622-4DDD12491E68}" type="pres">
      <dgm:prSet presAssocID="{7D404765-7041-4F39-8D4E-CAF8F66E3C7D}" presName="spacer" presStyleCnt="0"/>
      <dgm:spPr/>
    </dgm:pt>
    <dgm:pt modelId="{3F33467E-18A8-4B31-A6EA-406BE2827D12}" type="pres">
      <dgm:prSet presAssocID="{6AD68471-D6E6-4BDB-954F-F63EA741C60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EDE946B-D81F-4092-A04E-332EBCB110D1}" type="presOf" srcId="{2BA15934-D13E-4689-8712-CFB99C0A1767}" destId="{1CAC70C9-11F2-4537-9AE0-E09B65896F81}" srcOrd="0" destOrd="0" presId="urn:microsoft.com/office/officeart/2005/8/layout/vList2"/>
    <dgm:cxn modelId="{C5135583-6468-4D37-8BEC-94738A00574E}" type="presOf" srcId="{961B8625-5BE4-4E62-8A3A-419D2BF86C90}" destId="{F6780706-0182-4A09-8618-321F5D3EBCB6}" srcOrd="0" destOrd="0" presId="urn:microsoft.com/office/officeart/2005/8/layout/vList2"/>
    <dgm:cxn modelId="{134EB69A-CD4D-4813-B7E1-A89EB1C919E0}" srcId="{2BA15934-D13E-4689-8712-CFB99C0A1767}" destId="{6AD68471-D6E6-4BDB-954F-F63EA741C604}" srcOrd="2" destOrd="0" parTransId="{D4AA59D2-E843-4C04-9B8F-5D0B0B6877A3}" sibTransId="{647E5F70-825B-4EE6-AD84-FC45B8C7BE7F}"/>
    <dgm:cxn modelId="{DB84F9C9-51EA-451C-A715-2EB14A6A7CDD}" type="presOf" srcId="{6AD68471-D6E6-4BDB-954F-F63EA741C604}" destId="{3F33467E-18A8-4B31-A6EA-406BE2827D12}" srcOrd="0" destOrd="0" presId="urn:microsoft.com/office/officeart/2005/8/layout/vList2"/>
    <dgm:cxn modelId="{DB0D89D2-5CC0-458D-A6E8-A62CE196C978}" srcId="{2BA15934-D13E-4689-8712-CFB99C0A1767}" destId="{961B8625-5BE4-4E62-8A3A-419D2BF86C90}" srcOrd="1" destOrd="0" parTransId="{AD580AB5-841B-4350-8C47-E3DD29F7FB34}" sibTransId="{7D404765-7041-4F39-8D4E-CAF8F66E3C7D}"/>
    <dgm:cxn modelId="{457DB8E6-E9F1-4C5F-8BE7-1528BCE400E8}" type="presOf" srcId="{A5382E69-268F-43FC-9D95-9F81F91C3056}" destId="{1CA7D9BB-917F-409B-AA30-9B8EE1573747}" srcOrd="0" destOrd="0" presId="urn:microsoft.com/office/officeart/2005/8/layout/vList2"/>
    <dgm:cxn modelId="{0BC53DEB-3481-4CAC-AAC8-CDC00FB4A47D}" srcId="{2BA15934-D13E-4689-8712-CFB99C0A1767}" destId="{A5382E69-268F-43FC-9D95-9F81F91C3056}" srcOrd="0" destOrd="0" parTransId="{F31ED155-32EA-476D-841D-0F97986604E7}" sibTransId="{8C740ADD-8D10-4258-A272-EF7E56FC1E91}"/>
    <dgm:cxn modelId="{EB064DEE-E1E6-4491-A418-DDE40FC7F505}" type="presParOf" srcId="{1CAC70C9-11F2-4537-9AE0-E09B65896F81}" destId="{1CA7D9BB-917F-409B-AA30-9B8EE1573747}" srcOrd="0" destOrd="0" presId="urn:microsoft.com/office/officeart/2005/8/layout/vList2"/>
    <dgm:cxn modelId="{A3C2D6D0-A516-4DFF-B9B5-619F2BEBBB78}" type="presParOf" srcId="{1CAC70C9-11F2-4537-9AE0-E09B65896F81}" destId="{DAD549E4-27D4-415A-9A20-C8EB5037FB36}" srcOrd="1" destOrd="0" presId="urn:microsoft.com/office/officeart/2005/8/layout/vList2"/>
    <dgm:cxn modelId="{11927F5D-A847-404A-A6D8-A8B5E55BEF52}" type="presParOf" srcId="{1CAC70C9-11F2-4537-9AE0-E09B65896F81}" destId="{F6780706-0182-4A09-8618-321F5D3EBCB6}" srcOrd="2" destOrd="0" presId="urn:microsoft.com/office/officeart/2005/8/layout/vList2"/>
    <dgm:cxn modelId="{F0E6E05D-9DC4-4C2F-B986-B810A85EB3DA}" type="presParOf" srcId="{1CAC70C9-11F2-4537-9AE0-E09B65896F81}" destId="{51B1EB06-70BA-4B57-8622-4DDD12491E68}" srcOrd="3" destOrd="0" presId="urn:microsoft.com/office/officeart/2005/8/layout/vList2"/>
    <dgm:cxn modelId="{F20AD6E0-975A-4B88-9C21-F490D469891A}" type="presParOf" srcId="{1CAC70C9-11F2-4537-9AE0-E09B65896F81}" destId="{3F33467E-18A8-4B31-A6EA-406BE2827D1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5BD3C21-1393-4D35-8972-AED66A6F0794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CAC9AEA-8F88-4006-95B1-865617530BF8}">
      <dgm:prSet/>
      <dgm:spPr/>
      <dgm:t>
        <a:bodyPr/>
        <a:lstStyle/>
        <a:p>
          <a:r>
            <a:rPr lang="en-GB"/>
            <a:t>Linear Regression </a:t>
          </a:r>
          <a:endParaRPr lang="en-US"/>
        </a:p>
      </dgm:t>
    </dgm:pt>
    <dgm:pt modelId="{A907EC29-314E-4D55-A280-297EA3F8EB16}" type="parTrans" cxnId="{D1C6E4EB-245F-426A-B37C-D00B76C8DEBC}">
      <dgm:prSet/>
      <dgm:spPr/>
      <dgm:t>
        <a:bodyPr/>
        <a:lstStyle/>
        <a:p>
          <a:endParaRPr lang="en-US"/>
        </a:p>
      </dgm:t>
    </dgm:pt>
    <dgm:pt modelId="{C7AAFFC9-C6E7-41D2-904F-7F38E3A6E545}" type="sibTrans" cxnId="{D1C6E4EB-245F-426A-B37C-D00B76C8DEBC}">
      <dgm:prSet/>
      <dgm:spPr/>
      <dgm:t>
        <a:bodyPr/>
        <a:lstStyle/>
        <a:p>
          <a:endParaRPr lang="en-US"/>
        </a:p>
      </dgm:t>
    </dgm:pt>
    <dgm:pt modelId="{E8543EDC-9C92-468C-8AEF-6A033BF76F08}">
      <dgm:prSet/>
      <dgm:spPr/>
      <dgm:t>
        <a:bodyPr/>
        <a:lstStyle/>
        <a:p>
          <a:r>
            <a:rPr lang="en-GB"/>
            <a:t>Decision Tree Regressor </a:t>
          </a:r>
          <a:endParaRPr lang="en-US"/>
        </a:p>
      </dgm:t>
    </dgm:pt>
    <dgm:pt modelId="{4EEEF743-145E-46F9-8F3C-A7E9A34E163F}" type="parTrans" cxnId="{102D68CB-932B-4932-9058-6AF9B106EEA7}">
      <dgm:prSet/>
      <dgm:spPr/>
      <dgm:t>
        <a:bodyPr/>
        <a:lstStyle/>
        <a:p>
          <a:endParaRPr lang="en-US"/>
        </a:p>
      </dgm:t>
    </dgm:pt>
    <dgm:pt modelId="{22EB0884-5C21-490E-B2AB-1488E737FB28}" type="sibTrans" cxnId="{102D68CB-932B-4932-9058-6AF9B106EEA7}">
      <dgm:prSet/>
      <dgm:spPr/>
      <dgm:t>
        <a:bodyPr/>
        <a:lstStyle/>
        <a:p>
          <a:endParaRPr lang="en-US"/>
        </a:p>
      </dgm:t>
    </dgm:pt>
    <dgm:pt modelId="{50902815-EC2F-4BD9-8840-4EE1CF87313A}">
      <dgm:prSet/>
      <dgm:spPr/>
      <dgm:t>
        <a:bodyPr/>
        <a:lstStyle/>
        <a:p>
          <a:r>
            <a:rPr lang="en-GB"/>
            <a:t>Random Forest Regressor</a:t>
          </a:r>
          <a:endParaRPr lang="en-US"/>
        </a:p>
      </dgm:t>
    </dgm:pt>
    <dgm:pt modelId="{137DC261-CAFF-49FF-84FA-A70B558A31C7}" type="parTrans" cxnId="{623964FE-A1C7-4E69-8395-79A45F3F7ED7}">
      <dgm:prSet/>
      <dgm:spPr/>
      <dgm:t>
        <a:bodyPr/>
        <a:lstStyle/>
        <a:p>
          <a:endParaRPr lang="en-US"/>
        </a:p>
      </dgm:t>
    </dgm:pt>
    <dgm:pt modelId="{6AB9ADD6-7ABF-4CC7-B3F8-2AF3DDCEFBD5}" type="sibTrans" cxnId="{623964FE-A1C7-4E69-8395-79A45F3F7ED7}">
      <dgm:prSet/>
      <dgm:spPr/>
      <dgm:t>
        <a:bodyPr/>
        <a:lstStyle/>
        <a:p>
          <a:endParaRPr lang="en-US"/>
        </a:p>
      </dgm:t>
    </dgm:pt>
    <dgm:pt modelId="{FEE7242E-F018-45C0-9C5A-DE10686513DD}" type="pres">
      <dgm:prSet presAssocID="{B5BD3C21-1393-4D35-8972-AED66A6F0794}" presName="linear" presStyleCnt="0">
        <dgm:presLayoutVars>
          <dgm:animLvl val="lvl"/>
          <dgm:resizeHandles val="exact"/>
        </dgm:presLayoutVars>
      </dgm:prSet>
      <dgm:spPr/>
    </dgm:pt>
    <dgm:pt modelId="{C948BDFA-7875-4BAD-8673-2E4B358F5735}" type="pres">
      <dgm:prSet presAssocID="{ACAC9AEA-8F88-4006-95B1-865617530BF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C3B0742-C3AD-4EAD-8EEA-3581D2F603E4}" type="pres">
      <dgm:prSet presAssocID="{C7AAFFC9-C6E7-41D2-904F-7F38E3A6E545}" presName="spacer" presStyleCnt="0"/>
      <dgm:spPr/>
    </dgm:pt>
    <dgm:pt modelId="{8743FAC3-84F3-436F-9BC5-E6F7B83602FB}" type="pres">
      <dgm:prSet presAssocID="{E8543EDC-9C92-468C-8AEF-6A033BF76F0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C8E269E-B5E8-4106-9097-D735682D9B41}" type="pres">
      <dgm:prSet presAssocID="{22EB0884-5C21-490E-B2AB-1488E737FB28}" presName="spacer" presStyleCnt="0"/>
      <dgm:spPr/>
    </dgm:pt>
    <dgm:pt modelId="{CC4B0728-3742-4CD0-9701-E1073C95C2B7}" type="pres">
      <dgm:prSet presAssocID="{50902815-EC2F-4BD9-8840-4EE1CF87313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A197DA9-F5F7-4B75-8040-B210A883DD8F}" type="presOf" srcId="{50902815-EC2F-4BD9-8840-4EE1CF87313A}" destId="{CC4B0728-3742-4CD0-9701-E1073C95C2B7}" srcOrd="0" destOrd="0" presId="urn:microsoft.com/office/officeart/2005/8/layout/vList2"/>
    <dgm:cxn modelId="{FC8A8FAF-B8AC-4A45-A7AD-702A95712675}" type="presOf" srcId="{B5BD3C21-1393-4D35-8972-AED66A6F0794}" destId="{FEE7242E-F018-45C0-9C5A-DE10686513DD}" srcOrd="0" destOrd="0" presId="urn:microsoft.com/office/officeart/2005/8/layout/vList2"/>
    <dgm:cxn modelId="{57D4E5C4-DEB7-4D3C-9755-EC5D0C49B7B5}" type="presOf" srcId="{E8543EDC-9C92-468C-8AEF-6A033BF76F08}" destId="{8743FAC3-84F3-436F-9BC5-E6F7B83602FB}" srcOrd="0" destOrd="0" presId="urn:microsoft.com/office/officeart/2005/8/layout/vList2"/>
    <dgm:cxn modelId="{102D68CB-932B-4932-9058-6AF9B106EEA7}" srcId="{B5BD3C21-1393-4D35-8972-AED66A6F0794}" destId="{E8543EDC-9C92-468C-8AEF-6A033BF76F08}" srcOrd="1" destOrd="0" parTransId="{4EEEF743-145E-46F9-8F3C-A7E9A34E163F}" sibTransId="{22EB0884-5C21-490E-B2AB-1488E737FB28}"/>
    <dgm:cxn modelId="{04D2F6E2-B95F-4740-8A45-4C68004D7480}" type="presOf" srcId="{ACAC9AEA-8F88-4006-95B1-865617530BF8}" destId="{C948BDFA-7875-4BAD-8673-2E4B358F5735}" srcOrd="0" destOrd="0" presId="urn:microsoft.com/office/officeart/2005/8/layout/vList2"/>
    <dgm:cxn modelId="{D1C6E4EB-245F-426A-B37C-D00B76C8DEBC}" srcId="{B5BD3C21-1393-4D35-8972-AED66A6F0794}" destId="{ACAC9AEA-8F88-4006-95B1-865617530BF8}" srcOrd="0" destOrd="0" parTransId="{A907EC29-314E-4D55-A280-297EA3F8EB16}" sibTransId="{C7AAFFC9-C6E7-41D2-904F-7F38E3A6E545}"/>
    <dgm:cxn modelId="{623964FE-A1C7-4E69-8395-79A45F3F7ED7}" srcId="{B5BD3C21-1393-4D35-8972-AED66A6F0794}" destId="{50902815-EC2F-4BD9-8840-4EE1CF87313A}" srcOrd="2" destOrd="0" parTransId="{137DC261-CAFF-49FF-84FA-A70B558A31C7}" sibTransId="{6AB9ADD6-7ABF-4CC7-B3F8-2AF3DDCEFBD5}"/>
    <dgm:cxn modelId="{883329E5-2D14-4A26-AAAE-E7C036414D42}" type="presParOf" srcId="{FEE7242E-F018-45C0-9C5A-DE10686513DD}" destId="{C948BDFA-7875-4BAD-8673-2E4B358F5735}" srcOrd="0" destOrd="0" presId="urn:microsoft.com/office/officeart/2005/8/layout/vList2"/>
    <dgm:cxn modelId="{3253A7DE-398A-4A61-8681-0979346E5BBB}" type="presParOf" srcId="{FEE7242E-F018-45C0-9C5A-DE10686513DD}" destId="{9C3B0742-C3AD-4EAD-8EEA-3581D2F603E4}" srcOrd="1" destOrd="0" presId="urn:microsoft.com/office/officeart/2005/8/layout/vList2"/>
    <dgm:cxn modelId="{58956462-26B0-4DC4-99A9-743E285AD78B}" type="presParOf" srcId="{FEE7242E-F018-45C0-9C5A-DE10686513DD}" destId="{8743FAC3-84F3-436F-9BC5-E6F7B83602FB}" srcOrd="2" destOrd="0" presId="urn:microsoft.com/office/officeart/2005/8/layout/vList2"/>
    <dgm:cxn modelId="{9F5AC869-1E46-4568-B37A-B8CB2D58C91C}" type="presParOf" srcId="{FEE7242E-F018-45C0-9C5A-DE10686513DD}" destId="{BC8E269E-B5E8-4106-9097-D735682D9B41}" srcOrd="3" destOrd="0" presId="urn:microsoft.com/office/officeart/2005/8/layout/vList2"/>
    <dgm:cxn modelId="{93100610-BC52-4F60-9A19-1F6F9D34425B}" type="presParOf" srcId="{FEE7242E-F018-45C0-9C5A-DE10686513DD}" destId="{CC4B0728-3742-4CD0-9701-E1073C95C2B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EB9FA5C-FA31-477F-824C-7D9DF5214DE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0C68B9-07EF-4379-8B15-C6D5B9F7E69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Among the three models evaluated, the Random Forest Regressor achieved the best performance. </a:t>
          </a:r>
          <a:endParaRPr lang="en-US"/>
        </a:p>
      </dgm:t>
    </dgm:pt>
    <dgm:pt modelId="{33AD654D-D902-4F2E-9946-E05B12D2FA7F}" type="parTrans" cxnId="{CCFA87D9-E3F3-4D40-BB42-889DE7E9272E}">
      <dgm:prSet/>
      <dgm:spPr/>
      <dgm:t>
        <a:bodyPr/>
        <a:lstStyle/>
        <a:p>
          <a:endParaRPr lang="en-US"/>
        </a:p>
      </dgm:t>
    </dgm:pt>
    <dgm:pt modelId="{B72C320C-C5A0-4F02-AAA8-DAA12FED0E2C}" type="sibTrans" cxnId="{CCFA87D9-E3F3-4D40-BB42-889DE7E9272E}">
      <dgm:prSet/>
      <dgm:spPr/>
      <dgm:t>
        <a:bodyPr/>
        <a:lstStyle/>
        <a:p>
          <a:endParaRPr lang="en-US"/>
        </a:p>
      </dgm:t>
    </dgm:pt>
    <dgm:pt modelId="{96FBEF0F-4BAD-45A2-AC44-62EBBFBAB27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It produced the highest R² score and the lowest prediction errors (MAE and RMSE), making it the most accurate and reliable model for predicting house prices in this project.</a:t>
          </a:r>
          <a:endParaRPr lang="en-US"/>
        </a:p>
      </dgm:t>
    </dgm:pt>
    <dgm:pt modelId="{B26458AA-F4ED-421D-BC26-8D6AD7DC1A7D}" type="parTrans" cxnId="{D626D4F2-D7CD-4568-A0A8-DFC12B61DB95}">
      <dgm:prSet/>
      <dgm:spPr/>
      <dgm:t>
        <a:bodyPr/>
        <a:lstStyle/>
        <a:p>
          <a:endParaRPr lang="en-US"/>
        </a:p>
      </dgm:t>
    </dgm:pt>
    <dgm:pt modelId="{0A90F0F6-C493-4C48-9CF6-12423EFD82DF}" type="sibTrans" cxnId="{D626D4F2-D7CD-4568-A0A8-DFC12B61DB95}">
      <dgm:prSet/>
      <dgm:spPr/>
      <dgm:t>
        <a:bodyPr/>
        <a:lstStyle/>
        <a:p>
          <a:endParaRPr lang="en-US"/>
        </a:p>
      </dgm:t>
    </dgm:pt>
    <dgm:pt modelId="{0EB1E932-009B-4855-97D0-C021967153BA}" type="pres">
      <dgm:prSet presAssocID="{5EB9FA5C-FA31-477F-824C-7D9DF5214DE9}" presName="root" presStyleCnt="0">
        <dgm:presLayoutVars>
          <dgm:dir/>
          <dgm:resizeHandles val="exact"/>
        </dgm:presLayoutVars>
      </dgm:prSet>
      <dgm:spPr/>
    </dgm:pt>
    <dgm:pt modelId="{B7E53A78-A8C8-476A-B8AA-E0B4574AFAAA}" type="pres">
      <dgm:prSet presAssocID="{0D0C68B9-07EF-4379-8B15-C6D5B9F7E69C}" presName="compNode" presStyleCnt="0"/>
      <dgm:spPr/>
    </dgm:pt>
    <dgm:pt modelId="{D0BFEF9B-7440-4D21-ADBB-03A747107E23}" type="pres">
      <dgm:prSet presAssocID="{0D0C68B9-07EF-4379-8B15-C6D5B9F7E69C}" presName="bgRect" presStyleLbl="bgShp" presStyleIdx="0" presStyleCnt="2"/>
      <dgm:spPr/>
    </dgm:pt>
    <dgm:pt modelId="{FA3FB50A-1C44-47B8-AB3B-C0E6C2273D8D}" type="pres">
      <dgm:prSet presAssocID="{0D0C68B9-07EF-4379-8B15-C6D5B9F7E69C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r tree"/>
        </a:ext>
      </dgm:extLst>
    </dgm:pt>
    <dgm:pt modelId="{0A1437A1-7FB7-4DB7-ACDB-25BC87A1CB32}" type="pres">
      <dgm:prSet presAssocID="{0D0C68B9-07EF-4379-8B15-C6D5B9F7E69C}" presName="spaceRect" presStyleCnt="0"/>
      <dgm:spPr/>
    </dgm:pt>
    <dgm:pt modelId="{109B641A-CF66-4BE7-96F2-BCDA05AEBD0F}" type="pres">
      <dgm:prSet presAssocID="{0D0C68B9-07EF-4379-8B15-C6D5B9F7E69C}" presName="parTx" presStyleLbl="revTx" presStyleIdx="0" presStyleCnt="2">
        <dgm:presLayoutVars>
          <dgm:chMax val="0"/>
          <dgm:chPref val="0"/>
        </dgm:presLayoutVars>
      </dgm:prSet>
      <dgm:spPr/>
    </dgm:pt>
    <dgm:pt modelId="{2E84AF5E-D7A2-4788-A7C4-212AF39985B2}" type="pres">
      <dgm:prSet presAssocID="{B72C320C-C5A0-4F02-AAA8-DAA12FED0E2C}" presName="sibTrans" presStyleCnt="0"/>
      <dgm:spPr/>
    </dgm:pt>
    <dgm:pt modelId="{9064BB48-B4C0-4562-9FA8-E249639E92C0}" type="pres">
      <dgm:prSet presAssocID="{96FBEF0F-4BAD-45A2-AC44-62EBBFBAB275}" presName="compNode" presStyleCnt="0"/>
      <dgm:spPr/>
    </dgm:pt>
    <dgm:pt modelId="{EE9E8B77-5CD7-4D95-A062-F430F76F7D71}" type="pres">
      <dgm:prSet presAssocID="{96FBEF0F-4BAD-45A2-AC44-62EBBFBAB275}" presName="bgRect" presStyleLbl="bgShp" presStyleIdx="1" presStyleCnt="2"/>
      <dgm:spPr/>
    </dgm:pt>
    <dgm:pt modelId="{2573B576-F0CE-451B-A636-46D39C50E2C2}" type="pres">
      <dgm:prSet presAssocID="{96FBEF0F-4BAD-45A2-AC44-62EBBFBAB275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1939C49F-4BF8-4C07-9EB4-E18DF7E572A8}" type="pres">
      <dgm:prSet presAssocID="{96FBEF0F-4BAD-45A2-AC44-62EBBFBAB275}" presName="spaceRect" presStyleCnt="0"/>
      <dgm:spPr/>
    </dgm:pt>
    <dgm:pt modelId="{F8CF1121-482D-4CE9-B521-D0B0D051FB71}" type="pres">
      <dgm:prSet presAssocID="{96FBEF0F-4BAD-45A2-AC44-62EBBFBAB27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3013807-AEC6-4D2F-8A51-E76437475C1C}" type="presOf" srcId="{0D0C68B9-07EF-4379-8B15-C6D5B9F7E69C}" destId="{109B641A-CF66-4BE7-96F2-BCDA05AEBD0F}" srcOrd="0" destOrd="0" presId="urn:microsoft.com/office/officeart/2018/2/layout/IconVerticalSolidList"/>
    <dgm:cxn modelId="{3327A263-74F0-494E-89DE-EC607A0A4702}" type="presOf" srcId="{5EB9FA5C-FA31-477F-824C-7D9DF5214DE9}" destId="{0EB1E932-009B-4855-97D0-C021967153BA}" srcOrd="0" destOrd="0" presId="urn:microsoft.com/office/officeart/2018/2/layout/IconVerticalSolidList"/>
    <dgm:cxn modelId="{FD8BAD50-5607-4FC6-8BE8-ECA4F38AC5B9}" type="presOf" srcId="{96FBEF0F-4BAD-45A2-AC44-62EBBFBAB275}" destId="{F8CF1121-482D-4CE9-B521-D0B0D051FB71}" srcOrd="0" destOrd="0" presId="urn:microsoft.com/office/officeart/2018/2/layout/IconVerticalSolidList"/>
    <dgm:cxn modelId="{CCFA87D9-E3F3-4D40-BB42-889DE7E9272E}" srcId="{5EB9FA5C-FA31-477F-824C-7D9DF5214DE9}" destId="{0D0C68B9-07EF-4379-8B15-C6D5B9F7E69C}" srcOrd="0" destOrd="0" parTransId="{33AD654D-D902-4F2E-9946-E05B12D2FA7F}" sibTransId="{B72C320C-C5A0-4F02-AAA8-DAA12FED0E2C}"/>
    <dgm:cxn modelId="{D626D4F2-D7CD-4568-A0A8-DFC12B61DB95}" srcId="{5EB9FA5C-FA31-477F-824C-7D9DF5214DE9}" destId="{96FBEF0F-4BAD-45A2-AC44-62EBBFBAB275}" srcOrd="1" destOrd="0" parTransId="{B26458AA-F4ED-421D-BC26-8D6AD7DC1A7D}" sibTransId="{0A90F0F6-C493-4C48-9CF6-12423EFD82DF}"/>
    <dgm:cxn modelId="{AAB19451-A591-4595-96B3-A20B842A6F00}" type="presParOf" srcId="{0EB1E932-009B-4855-97D0-C021967153BA}" destId="{B7E53A78-A8C8-476A-B8AA-E0B4574AFAAA}" srcOrd="0" destOrd="0" presId="urn:microsoft.com/office/officeart/2018/2/layout/IconVerticalSolidList"/>
    <dgm:cxn modelId="{758C2957-8C28-4D3B-8902-E64B2704FFD5}" type="presParOf" srcId="{B7E53A78-A8C8-476A-B8AA-E0B4574AFAAA}" destId="{D0BFEF9B-7440-4D21-ADBB-03A747107E23}" srcOrd="0" destOrd="0" presId="urn:microsoft.com/office/officeart/2018/2/layout/IconVerticalSolidList"/>
    <dgm:cxn modelId="{3529B6EC-FB89-4521-BA5A-0ECE6B975905}" type="presParOf" srcId="{B7E53A78-A8C8-476A-B8AA-E0B4574AFAAA}" destId="{FA3FB50A-1C44-47B8-AB3B-C0E6C2273D8D}" srcOrd="1" destOrd="0" presId="urn:microsoft.com/office/officeart/2018/2/layout/IconVerticalSolidList"/>
    <dgm:cxn modelId="{9110E6DA-DB51-4D5D-B883-1811E0445245}" type="presParOf" srcId="{B7E53A78-A8C8-476A-B8AA-E0B4574AFAAA}" destId="{0A1437A1-7FB7-4DB7-ACDB-25BC87A1CB32}" srcOrd="2" destOrd="0" presId="urn:microsoft.com/office/officeart/2018/2/layout/IconVerticalSolidList"/>
    <dgm:cxn modelId="{32773353-4AB4-40E7-BD65-A81D0EE54D9F}" type="presParOf" srcId="{B7E53A78-A8C8-476A-B8AA-E0B4574AFAAA}" destId="{109B641A-CF66-4BE7-96F2-BCDA05AEBD0F}" srcOrd="3" destOrd="0" presId="urn:microsoft.com/office/officeart/2018/2/layout/IconVerticalSolidList"/>
    <dgm:cxn modelId="{C158E140-04A8-495F-A8D6-C096108EB836}" type="presParOf" srcId="{0EB1E932-009B-4855-97D0-C021967153BA}" destId="{2E84AF5E-D7A2-4788-A7C4-212AF39985B2}" srcOrd="1" destOrd="0" presId="urn:microsoft.com/office/officeart/2018/2/layout/IconVerticalSolidList"/>
    <dgm:cxn modelId="{26418637-2794-4510-994B-2447473180B1}" type="presParOf" srcId="{0EB1E932-009B-4855-97D0-C021967153BA}" destId="{9064BB48-B4C0-4562-9FA8-E249639E92C0}" srcOrd="2" destOrd="0" presId="urn:microsoft.com/office/officeart/2018/2/layout/IconVerticalSolidList"/>
    <dgm:cxn modelId="{69FE5D0E-9E05-490D-92E7-AF9BB5FA340E}" type="presParOf" srcId="{9064BB48-B4C0-4562-9FA8-E249639E92C0}" destId="{EE9E8B77-5CD7-4D95-A062-F430F76F7D71}" srcOrd="0" destOrd="0" presId="urn:microsoft.com/office/officeart/2018/2/layout/IconVerticalSolidList"/>
    <dgm:cxn modelId="{8A9A8AEA-5D0A-4A15-B303-AB91D3018B0E}" type="presParOf" srcId="{9064BB48-B4C0-4562-9FA8-E249639E92C0}" destId="{2573B576-F0CE-451B-A636-46D39C50E2C2}" srcOrd="1" destOrd="0" presId="urn:microsoft.com/office/officeart/2018/2/layout/IconVerticalSolidList"/>
    <dgm:cxn modelId="{476A4438-7761-46C7-B2F6-9A613697DF8A}" type="presParOf" srcId="{9064BB48-B4C0-4562-9FA8-E249639E92C0}" destId="{1939C49F-4BF8-4C07-9EB4-E18DF7E572A8}" srcOrd="2" destOrd="0" presId="urn:microsoft.com/office/officeart/2018/2/layout/IconVerticalSolidList"/>
    <dgm:cxn modelId="{88807532-067D-4A65-B0CA-9E1A7960BAE4}" type="presParOf" srcId="{9064BB48-B4C0-4562-9FA8-E249639E92C0}" destId="{F8CF1121-482D-4CE9-B521-D0B0D051FB7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D10039-007B-4798-B472-B805AE9E5FAC}">
      <dsp:nvSpPr>
        <dsp:cNvPr id="0" name=""/>
        <dsp:cNvSpPr/>
      </dsp:nvSpPr>
      <dsp:spPr>
        <a:xfrm>
          <a:off x="847166" y="1493271"/>
          <a:ext cx="1377000" cy="1377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BBED50D-C7D0-4978-8094-13E6F83DBFF8}">
      <dsp:nvSpPr>
        <dsp:cNvPr id="0" name=""/>
        <dsp:cNvSpPr/>
      </dsp:nvSpPr>
      <dsp:spPr>
        <a:xfrm>
          <a:off x="5666" y="3240648"/>
          <a:ext cx="306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Predicting house prices manually is difficult because many variables influence the final selling price.</a:t>
          </a:r>
          <a:endParaRPr lang="en-US" sz="1500" kern="1200" dirty="0"/>
        </a:p>
      </dsp:txBody>
      <dsp:txXfrm>
        <a:off x="5666" y="3240648"/>
        <a:ext cx="3060000" cy="720000"/>
      </dsp:txXfrm>
    </dsp:sp>
    <dsp:sp modelId="{A0A65A40-EACB-4041-8EAC-F2E301511720}">
      <dsp:nvSpPr>
        <dsp:cNvPr id="0" name=""/>
        <dsp:cNvSpPr/>
      </dsp:nvSpPr>
      <dsp:spPr>
        <a:xfrm>
          <a:off x="4442666" y="1493271"/>
          <a:ext cx="1377000" cy="1377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5532DE3-16AB-46B3-8D10-39F69DABB7EB}">
      <dsp:nvSpPr>
        <dsp:cNvPr id="0" name=""/>
        <dsp:cNvSpPr/>
      </dsp:nvSpPr>
      <dsp:spPr>
        <a:xfrm>
          <a:off x="3601166" y="3240648"/>
          <a:ext cx="306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Goal: Build a model capable of predicting house prices using historical housing data.</a:t>
          </a:r>
          <a:endParaRPr lang="en-US" sz="1500" kern="1200"/>
        </a:p>
      </dsp:txBody>
      <dsp:txXfrm>
        <a:off x="3601166" y="3240648"/>
        <a:ext cx="306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4730CA-8DAF-44DE-842D-8D51FFEB7B18}">
      <dsp:nvSpPr>
        <dsp:cNvPr id="0" name=""/>
        <dsp:cNvSpPr/>
      </dsp:nvSpPr>
      <dsp:spPr>
        <a:xfrm>
          <a:off x="0" y="4818866"/>
          <a:ext cx="1666708" cy="632473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536" tIns="156464" rIns="118536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Identify</a:t>
          </a:r>
        </a:p>
      </dsp:txBody>
      <dsp:txXfrm>
        <a:off x="0" y="4818866"/>
        <a:ext cx="1666708" cy="632473"/>
      </dsp:txXfrm>
    </dsp:sp>
    <dsp:sp modelId="{32363E7F-A352-4854-9DC2-FDCF855AE4E3}">
      <dsp:nvSpPr>
        <dsp:cNvPr id="0" name=""/>
        <dsp:cNvSpPr/>
      </dsp:nvSpPr>
      <dsp:spPr>
        <a:xfrm>
          <a:off x="1666708" y="4818866"/>
          <a:ext cx="5000124" cy="632473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26" tIns="203200" rIns="101426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Identify important features</a:t>
          </a:r>
        </a:p>
      </dsp:txBody>
      <dsp:txXfrm>
        <a:off x="1666708" y="4818866"/>
        <a:ext cx="5000124" cy="632473"/>
      </dsp:txXfrm>
    </dsp:sp>
    <dsp:sp modelId="{0F603B25-0CB3-4A03-AE95-6103C8AA7CF6}">
      <dsp:nvSpPr>
        <dsp:cNvPr id="0" name=""/>
        <dsp:cNvSpPr/>
      </dsp:nvSpPr>
      <dsp:spPr>
        <a:xfrm rot="10800000">
          <a:off x="0" y="3855609"/>
          <a:ext cx="1666708" cy="97274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5">
                <a:hueOff val="-2430430"/>
                <a:satOff val="-165"/>
                <a:lumOff val="3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430430"/>
                <a:satOff val="-165"/>
                <a:lumOff val="3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430430"/>
                <a:satOff val="-165"/>
                <a:lumOff val="3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2430430"/>
              <a:satOff val="-165"/>
              <a:lumOff val="39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536" tIns="156464" rIns="118536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Compare</a:t>
          </a:r>
        </a:p>
      </dsp:txBody>
      <dsp:txXfrm rot="-10800000">
        <a:off x="0" y="3855609"/>
        <a:ext cx="1666708" cy="632283"/>
      </dsp:txXfrm>
    </dsp:sp>
    <dsp:sp modelId="{8D5FECC2-626B-482B-B290-33EE429E5D36}">
      <dsp:nvSpPr>
        <dsp:cNvPr id="0" name=""/>
        <dsp:cNvSpPr/>
      </dsp:nvSpPr>
      <dsp:spPr>
        <a:xfrm>
          <a:off x="1666708" y="3855609"/>
          <a:ext cx="5000124" cy="632283"/>
        </a:xfrm>
        <a:prstGeom prst="rect">
          <a:avLst/>
        </a:prstGeom>
        <a:solidFill>
          <a:schemeClr val="accent5">
            <a:tint val="40000"/>
            <a:alpha val="90000"/>
            <a:hueOff val="-2388933"/>
            <a:satOff val="533"/>
            <a:lumOff val="8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2388933"/>
              <a:satOff val="533"/>
              <a:lumOff val="8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26" tIns="203200" rIns="101426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Compare model performance </a:t>
          </a:r>
        </a:p>
      </dsp:txBody>
      <dsp:txXfrm>
        <a:off x="1666708" y="3855609"/>
        <a:ext cx="5000124" cy="632283"/>
      </dsp:txXfrm>
    </dsp:sp>
    <dsp:sp modelId="{CFC03FB9-B890-4A2C-895B-0F1BE9AAF91B}">
      <dsp:nvSpPr>
        <dsp:cNvPr id="0" name=""/>
        <dsp:cNvSpPr/>
      </dsp:nvSpPr>
      <dsp:spPr>
        <a:xfrm rot="10800000">
          <a:off x="0" y="2892351"/>
          <a:ext cx="1666708" cy="97274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5">
                <a:hueOff val="-4860860"/>
                <a:satOff val="-330"/>
                <a:lumOff val="7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860860"/>
                <a:satOff val="-330"/>
                <a:lumOff val="7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860860"/>
                <a:satOff val="-330"/>
                <a:lumOff val="7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4860860"/>
              <a:satOff val="-330"/>
              <a:lumOff val="78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536" tIns="156464" rIns="118536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Build</a:t>
          </a:r>
        </a:p>
      </dsp:txBody>
      <dsp:txXfrm rot="-10800000">
        <a:off x="0" y="2892351"/>
        <a:ext cx="1666708" cy="632283"/>
      </dsp:txXfrm>
    </dsp:sp>
    <dsp:sp modelId="{A6639A3B-A6C7-47F9-A2A6-AAA907DDEDF2}">
      <dsp:nvSpPr>
        <dsp:cNvPr id="0" name=""/>
        <dsp:cNvSpPr/>
      </dsp:nvSpPr>
      <dsp:spPr>
        <a:xfrm>
          <a:off x="1666708" y="2892351"/>
          <a:ext cx="5000124" cy="632283"/>
        </a:xfrm>
        <a:prstGeom prst="rect">
          <a:avLst/>
        </a:prstGeom>
        <a:solidFill>
          <a:schemeClr val="accent5">
            <a:tint val="40000"/>
            <a:alpha val="90000"/>
            <a:hueOff val="-4777866"/>
            <a:satOff val="1067"/>
            <a:lumOff val="16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4777866"/>
              <a:satOff val="1067"/>
              <a:lumOff val="16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26" tIns="203200" rIns="101426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Build prediction models </a:t>
          </a:r>
        </a:p>
      </dsp:txBody>
      <dsp:txXfrm>
        <a:off x="1666708" y="2892351"/>
        <a:ext cx="5000124" cy="632283"/>
      </dsp:txXfrm>
    </dsp:sp>
    <dsp:sp modelId="{A19C7755-D114-4156-9A5B-431AB64F9625}">
      <dsp:nvSpPr>
        <dsp:cNvPr id="0" name=""/>
        <dsp:cNvSpPr/>
      </dsp:nvSpPr>
      <dsp:spPr>
        <a:xfrm rot="10800000">
          <a:off x="0" y="1929094"/>
          <a:ext cx="1666708" cy="97274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5">
                <a:hueOff val="-7291290"/>
                <a:satOff val="-496"/>
                <a:lumOff val="11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291290"/>
                <a:satOff val="-496"/>
                <a:lumOff val="11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291290"/>
                <a:satOff val="-496"/>
                <a:lumOff val="11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7291290"/>
              <a:satOff val="-496"/>
              <a:lumOff val="117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536" tIns="156464" rIns="118536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Perform</a:t>
          </a:r>
        </a:p>
      </dsp:txBody>
      <dsp:txXfrm rot="-10800000">
        <a:off x="0" y="1929094"/>
        <a:ext cx="1666708" cy="632283"/>
      </dsp:txXfrm>
    </dsp:sp>
    <dsp:sp modelId="{3C373FDB-AD9C-4418-B7ED-9E813F4BAC22}">
      <dsp:nvSpPr>
        <dsp:cNvPr id="0" name=""/>
        <dsp:cNvSpPr/>
      </dsp:nvSpPr>
      <dsp:spPr>
        <a:xfrm>
          <a:off x="1666708" y="1929094"/>
          <a:ext cx="5000124" cy="632283"/>
        </a:xfrm>
        <a:prstGeom prst="rect">
          <a:avLst/>
        </a:prstGeom>
        <a:solidFill>
          <a:schemeClr val="accent5">
            <a:tint val="40000"/>
            <a:alpha val="90000"/>
            <a:hueOff val="-7166800"/>
            <a:satOff val="1600"/>
            <a:lumOff val="24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7166800"/>
              <a:satOff val="1600"/>
              <a:lumOff val="24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26" tIns="203200" rIns="101426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Perform exploratory data analysis </a:t>
          </a:r>
        </a:p>
      </dsp:txBody>
      <dsp:txXfrm>
        <a:off x="1666708" y="1929094"/>
        <a:ext cx="5000124" cy="632283"/>
      </dsp:txXfrm>
    </dsp:sp>
    <dsp:sp modelId="{F28F7BE4-547E-4014-85DE-79C417035197}">
      <dsp:nvSpPr>
        <dsp:cNvPr id="0" name=""/>
        <dsp:cNvSpPr/>
      </dsp:nvSpPr>
      <dsp:spPr>
        <a:xfrm rot="10800000">
          <a:off x="0" y="965837"/>
          <a:ext cx="1666708" cy="97274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5">
                <a:hueOff val="-9721720"/>
                <a:satOff val="-661"/>
                <a:lumOff val="15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721720"/>
                <a:satOff val="-661"/>
                <a:lumOff val="15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721720"/>
                <a:satOff val="-661"/>
                <a:lumOff val="15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9721720"/>
              <a:satOff val="-661"/>
              <a:lumOff val="156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536" tIns="156464" rIns="118536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Clean</a:t>
          </a:r>
        </a:p>
      </dsp:txBody>
      <dsp:txXfrm rot="-10800000">
        <a:off x="0" y="965837"/>
        <a:ext cx="1666708" cy="632283"/>
      </dsp:txXfrm>
    </dsp:sp>
    <dsp:sp modelId="{720B5BBC-B0BE-478B-888A-53440B420175}">
      <dsp:nvSpPr>
        <dsp:cNvPr id="0" name=""/>
        <dsp:cNvSpPr/>
      </dsp:nvSpPr>
      <dsp:spPr>
        <a:xfrm>
          <a:off x="1666708" y="965837"/>
          <a:ext cx="5000124" cy="632283"/>
        </a:xfrm>
        <a:prstGeom prst="rect">
          <a:avLst/>
        </a:prstGeom>
        <a:solidFill>
          <a:schemeClr val="accent5">
            <a:tint val="40000"/>
            <a:alpha val="90000"/>
            <a:hueOff val="-9555732"/>
            <a:satOff val="2134"/>
            <a:lumOff val="32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9555732"/>
              <a:satOff val="2134"/>
              <a:lumOff val="32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26" tIns="203200" rIns="101426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Clean the data </a:t>
          </a:r>
        </a:p>
      </dsp:txBody>
      <dsp:txXfrm>
        <a:off x="1666708" y="965837"/>
        <a:ext cx="5000124" cy="632283"/>
      </dsp:txXfrm>
    </dsp:sp>
    <dsp:sp modelId="{0A68534B-5054-4224-B271-FD9C828BCF8C}">
      <dsp:nvSpPr>
        <dsp:cNvPr id="0" name=""/>
        <dsp:cNvSpPr/>
      </dsp:nvSpPr>
      <dsp:spPr>
        <a:xfrm rot="10800000">
          <a:off x="0" y="2579"/>
          <a:ext cx="1666708" cy="97274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536" tIns="156464" rIns="118536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Explore</a:t>
          </a:r>
        </a:p>
      </dsp:txBody>
      <dsp:txXfrm rot="-10800000">
        <a:off x="0" y="2579"/>
        <a:ext cx="1666708" cy="632283"/>
      </dsp:txXfrm>
    </dsp:sp>
    <dsp:sp modelId="{DCDECF7C-C36D-4EBA-ACF9-07E6E3548127}">
      <dsp:nvSpPr>
        <dsp:cNvPr id="0" name=""/>
        <dsp:cNvSpPr/>
      </dsp:nvSpPr>
      <dsp:spPr>
        <a:xfrm>
          <a:off x="1666708" y="2579"/>
          <a:ext cx="5000124" cy="632283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26" tIns="203200" rIns="101426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Explore the dataset </a:t>
          </a:r>
        </a:p>
      </dsp:txBody>
      <dsp:txXfrm>
        <a:off x="1666708" y="2579"/>
        <a:ext cx="5000124" cy="63228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54877C-783D-475E-869E-FFA4F59CC444}">
      <dsp:nvSpPr>
        <dsp:cNvPr id="0" name=""/>
        <dsp:cNvSpPr/>
      </dsp:nvSpPr>
      <dsp:spPr>
        <a:xfrm>
          <a:off x="0" y="523760"/>
          <a:ext cx="6666833" cy="181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666496" rIns="517420" bIns="227584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3200" kern="1200"/>
            <a:t>Ames Housing Dataset - Kaggle</a:t>
          </a:r>
          <a:endParaRPr lang="en-US" sz="3200" kern="1200"/>
        </a:p>
      </dsp:txBody>
      <dsp:txXfrm>
        <a:off x="0" y="523760"/>
        <a:ext cx="6666833" cy="1814400"/>
      </dsp:txXfrm>
    </dsp:sp>
    <dsp:sp modelId="{D2074657-8A98-428F-9907-E8ED7350F9A2}">
      <dsp:nvSpPr>
        <dsp:cNvPr id="0" name=""/>
        <dsp:cNvSpPr/>
      </dsp:nvSpPr>
      <dsp:spPr>
        <a:xfrm>
          <a:off x="333341" y="51440"/>
          <a:ext cx="4666783" cy="9446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/>
            <a:t>Dataset</a:t>
          </a:r>
          <a:endParaRPr lang="en-US" sz="3200" kern="1200"/>
        </a:p>
      </dsp:txBody>
      <dsp:txXfrm>
        <a:off x="379455" y="97554"/>
        <a:ext cx="4574555" cy="852412"/>
      </dsp:txXfrm>
    </dsp:sp>
    <dsp:sp modelId="{2B73C3F2-5DE9-4160-B3D9-36E8A19ECF82}">
      <dsp:nvSpPr>
        <dsp:cNvPr id="0" name=""/>
        <dsp:cNvSpPr/>
      </dsp:nvSpPr>
      <dsp:spPr>
        <a:xfrm>
          <a:off x="0" y="2983280"/>
          <a:ext cx="6666833" cy="241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666496" rIns="517420" bIns="227584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3200" kern="1200"/>
            <a:t>Number of rows </a:t>
          </a:r>
          <a:endParaRPr lang="en-US" sz="3200" kern="120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3200" kern="1200"/>
            <a:t>Number of columns </a:t>
          </a:r>
          <a:endParaRPr lang="en-US" sz="3200" kern="120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3200" kern="1200"/>
            <a:t>Target variable (SalePrice)</a:t>
          </a:r>
          <a:endParaRPr lang="en-US" sz="3200" kern="1200"/>
        </a:p>
      </dsp:txBody>
      <dsp:txXfrm>
        <a:off x="0" y="2983280"/>
        <a:ext cx="6666833" cy="2419200"/>
      </dsp:txXfrm>
    </dsp:sp>
    <dsp:sp modelId="{A4C0F12D-6F0C-406F-B952-D42443B95183}">
      <dsp:nvSpPr>
        <dsp:cNvPr id="0" name=""/>
        <dsp:cNvSpPr/>
      </dsp:nvSpPr>
      <dsp:spPr>
        <a:xfrm>
          <a:off x="333341" y="2510960"/>
          <a:ext cx="4666783" cy="94464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Include:</a:t>
          </a:r>
          <a:endParaRPr lang="en-US" sz="3200" kern="1200"/>
        </a:p>
      </dsp:txBody>
      <dsp:txXfrm>
        <a:off x="379455" y="2557074"/>
        <a:ext cx="4574555" cy="8524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EA1457-A3BA-4147-845D-20F008E4F267}">
      <dsp:nvSpPr>
        <dsp:cNvPr id="0" name=""/>
        <dsp:cNvSpPr/>
      </dsp:nvSpPr>
      <dsp:spPr>
        <a:xfrm>
          <a:off x="0" y="1454343"/>
          <a:ext cx="4862446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DA653B-DCC6-488A-A5DC-F8CA0EC9FF86}">
      <dsp:nvSpPr>
        <dsp:cNvPr id="0" name=""/>
        <dsp:cNvSpPr/>
      </dsp:nvSpPr>
      <dsp:spPr>
        <a:xfrm>
          <a:off x="243122" y="1188663"/>
          <a:ext cx="3403712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652" tIns="0" rIns="12865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Missing values </a:t>
          </a:r>
          <a:endParaRPr lang="en-US" sz="1800" kern="1200"/>
        </a:p>
      </dsp:txBody>
      <dsp:txXfrm>
        <a:off x="269061" y="1214602"/>
        <a:ext cx="3351834" cy="479482"/>
      </dsp:txXfrm>
    </dsp:sp>
    <dsp:sp modelId="{E44C4A4F-7492-4A7F-9AF7-17F46BE8C2CF}">
      <dsp:nvSpPr>
        <dsp:cNvPr id="0" name=""/>
        <dsp:cNvSpPr/>
      </dsp:nvSpPr>
      <dsp:spPr>
        <a:xfrm>
          <a:off x="0" y="2270823"/>
          <a:ext cx="4862446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C71923-C13C-4D82-B90A-13FF4FE43B25}">
      <dsp:nvSpPr>
        <dsp:cNvPr id="0" name=""/>
        <dsp:cNvSpPr/>
      </dsp:nvSpPr>
      <dsp:spPr>
        <a:xfrm>
          <a:off x="243122" y="2005143"/>
          <a:ext cx="3403712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652" tIns="0" rIns="12865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Duplicate removal </a:t>
          </a:r>
          <a:endParaRPr lang="en-US" sz="1800" kern="1200"/>
        </a:p>
      </dsp:txBody>
      <dsp:txXfrm>
        <a:off x="269061" y="2031082"/>
        <a:ext cx="3351834" cy="479482"/>
      </dsp:txXfrm>
    </dsp:sp>
    <dsp:sp modelId="{D6FF8ED9-76CD-4216-B1D9-ED0BEC3BE678}">
      <dsp:nvSpPr>
        <dsp:cNvPr id="0" name=""/>
        <dsp:cNvSpPr/>
      </dsp:nvSpPr>
      <dsp:spPr>
        <a:xfrm>
          <a:off x="0" y="3087303"/>
          <a:ext cx="4862446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19498B-208B-4565-8B4D-E766A9564801}">
      <dsp:nvSpPr>
        <dsp:cNvPr id="0" name=""/>
        <dsp:cNvSpPr/>
      </dsp:nvSpPr>
      <dsp:spPr>
        <a:xfrm>
          <a:off x="243122" y="2821623"/>
          <a:ext cx="3403712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652" tIns="0" rIns="12865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Handling outliers </a:t>
          </a:r>
          <a:endParaRPr lang="en-US" sz="1800" kern="1200"/>
        </a:p>
      </dsp:txBody>
      <dsp:txXfrm>
        <a:off x="269061" y="2847562"/>
        <a:ext cx="3351834" cy="479482"/>
      </dsp:txXfrm>
    </dsp:sp>
    <dsp:sp modelId="{B62EDD08-F3F6-4C9A-894C-F36D1FDA249F}">
      <dsp:nvSpPr>
        <dsp:cNvPr id="0" name=""/>
        <dsp:cNvSpPr/>
      </dsp:nvSpPr>
      <dsp:spPr>
        <a:xfrm>
          <a:off x="0" y="3903783"/>
          <a:ext cx="4862446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861B44-D3F1-4A39-8AA1-8DA0635B0512}">
      <dsp:nvSpPr>
        <dsp:cNvPr id="0" name=""/>
        <dsp:cNvSpPr/>
      </dsp:nvSpPr>
      <dsp:spPr>
        <a:xfrm>
          <a:off x="243122" y="3638103"/>
          <a:ext cx="3403712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652" tIns="0" rIns="12865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Encoding categorical variables</a:t>
          </a:r>
          <a:endParaRPr lang="en-US" sz="1800" kern="1200"/>
        </a:p>
      </dsp:txBody>
      <dsp:txXfrm>
        <a:off x="269061" y="3664042"/>
        <a:ext cx="3351834" cy="47948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A7D9BB-917F-409B-AA30-9B8EE1573747}">
      <dsp:nvSpPr>
        <dsp:cNvPr id="0" name=""/>
        <dsp:cNvSpPr/>
      </dsp:nvSpPr>
      <dsp:spPr>
        <a:xfrm>
          <a:off x="0" y="74902"/>
          <a:ext cx="6666833" cy="17168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300" kern="1200" dirty="0"/>
            <a:t>Distribution of </a:t>
          </a:r>
          <a:r>
            <a:rPr lang="en-GB" sz="4300" kern="1200" dirty="0" err="1"/>
            <a:t>SalePrice</a:t>
          </a:r>
          <a:r>
            <a:rPr lang="en-GB" sz="4300" kern="1200" dirty="0"/>
            <a:t> </a:t>
          </a:r>
          <a:endParaRPr lang="en-US" sz="4300" kern="1200" dirty="0"/>
        </a:p>
      </dsp:txBody>
      <dsp:txXfrm>
        <a:off x="83809" y="158711"/>
        <a:ext cx="6499215" cy="1549210"/>
      </dsp:txXfrm>
    </dsp:sp>
    <dsp:sp modelId="{F6780706-0182-4A09-8618-321F5D3EBCB6}">
      <dsp:nvSpPr>
        <dsp:cNvPr id="0" name=""/>
        <dsp:cNvSpPr/>
      </dsp:nvSpPr>
      <dsp:spPr>
        <a:xfrm>
          <a:off x="0" y="1868545"/>
          <a:ext cx="6666833" cy="1716828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300" kern="1200" dirty="0"/>
            <a:t>Correlation heatmap </a:t>
          </a:r>
          <a:endParaRPr lang="en-US" sz="4300" kern="1200" dirty="0"/>
        </a:p>
      </dsp:txBody>
      <dsp:txXfrm>
        <a:off x="83809" y="1952354"/>
        <a:ext cx="6499215" cy="1549210"/>
      </dsp:txXfrm>
    </dsp:sp>
    <dsp:sp modelId="{3F33467E-18A8-4B31-A6EA-406BE2827D12}">
      <dsp:nvSpPr>
        <dsp:cNvPr id="0" name=""/>
        <dsp:cNvSpPr/>
      </dsp:nvSpPr>
      <dsp:spPr>
        <a:xfrm>
          <a:off x="0" y="3709214"/>
          <a:ext cx="6666833" cy="1716828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300" kern="1200" dirty="0"/>
            <a:t>Scatter plot (</a:t>
          </a:r>
          <a:r>
            <a:rPr lang="en-GB" sz="4300" kern="1200" dirty="0" err="1"/>
            <a:t>GrLivArea</a:t>
          </a:r>
          <a:r>
            <a:rPr lang="en-GB" sz="4300" kern="1200" dirty="0"/>
            <a:t> vs </a:t>
          </a:r>
          <a:r>
            <a:rPr lang="en-GB" sz="4300" kern="1200" dirty="0" err="1"/>
            <a:t>SalePrice</a:t>
          </a:r>
          <a:r>
            <a:rPr lang="en-GB" sz="4300" kern="1200" dirty="0"/>
            <a:t>)</a:t>
          </a:r>
          <a:endParaRPr lang="en-US" sz="4300" kern="1200" dirty="0"/>
        </a:p>
      </dsp:txBody>
      <dsp:txXfrm>
        <a:off x="83809" y="3793023"/>
        <a:ext cx="6499215" cy="15492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48BDFA-7875-4BAD-8673-2E4B358F5735}">
      <dsp:nvSpPr>
        <dsp:cNvPr id="0" name=""/>
        <dsp:cNvSpPr/>
      </dsp:nvSpPr>
      <dsp:spPr>
        <a:xfrm>
          <a:off x="0" y="978619"/>
          <a:ext cx="6666833" cy="10810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/>
            <a:t>Linear Regression </a:t>
          </a:r>
          <a:endParaRPr lang="en-US" sz="4400" kern="1200"/>
        </a:p>
      </dsp:txBody>
      <dsp:txXfrm>
        <a:off x="52774" y="1031393"/>
        <a:ext cx="6561285" cy="975532"/>
      </dsp:txXfrm>
    </dsp:sp>
    <dsp:sp modelId="{8743FAC3-84F3-436F-9BC5-E6F7B83602FB}">
      <dsp:nvSpPr>
        <dsp:cNvPr id="0" name=""/>
        <dsp:cNvSpPr/>
      </dsp:nvSpPr>
      <dsp:spPr>
        <a:xfrm>
          <a:off x="0" y="2186420"/>
          <a:ext cx="6666833" cy="108108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/>
            <a:t>Decision Tree Regressor </a:t>
          </a:r>
          <a:endParaRPr lang="en-US" sz="4400" kern="1200"/>
        </a:p>
      </dsp:txBody>
      <dsp:txXfrm>
        <a:off x="52774" y="2239194"/>
        <a:ext cx="6561285" cy="975532"/>
      </dsp:txXfrm>
    </dsp:sp>
    <dsp:sp modelId="{CC4B0728-3742-4CD0-9701-E1073C95C2B7}">
      <dsp:nvSpPr>
        <dsp:cNvPr id="0" name=""/>
        <dsp:cNvSpPr/>
      </dsp:nvSpPr>
      <dsp:spPr>
        <a:xfrm>
          <a:off x="0" y="3394220"/>
          <a:ext cx="6666833" cy="108108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/>
            <a:t>Random Forest Regressor</a:t>
          </a:r>
          <a:endParaRPr lang="en-US" sz="4400" kern="1200"/>
        </a:p>
      </dsp:txBody>
      <dsp:txXfrm>
        <a:off x="52774" y="3446994"/>
        <a:ext cx="6561285" cy="97553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BFEF9B-7440-4D21-ADBB-03A747107E23}">
      <dsp:nvSpPr>
        <dsp:cNvPr id="0" name=""/>
        <dsp:cNvSpPr/>
      </dsp:nvSpPr>
      <dsp:spPr>
        <a:xfrm>
          <a:off x="0" y="707092"/>
          <a:ext cx="6180857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3FB50A-1C44-47B8-AB3B-C0E6C2273D8D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9B641A-CF66-4BE7-96F2-BCDA05AEBD0F}">
      <dsp:nvSpPr>
        <dsp:cNvPr id="0" name=""/>
        <dsp:cNvSpPr/>
      </dsp:nvSpPr>
      <dsp:spPr>
        <a:xfrm>
          <a:off x="1507738" y="707092"/>
          <a:ext cx="4673119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Among the three models evaluated, the Random Forest Regressor achieved the best performance. </a:t>
          </a:r>
          <a:endParaRPr lang="en-US" sz="1600" kern="1200"/>
        </a:p>
      </dsp:txBody>
      <dsp:txXfrm>
        <a:off x="1507738" y="707092"/>
        <a:ext cx="4673119" cy="1305401"/>
      </dsp:txXfrm>
    </dsp:sp>
    <dsp:sp modelId="{EE9E8B77-5CD7-4D95-A062-F430F76F7D71}">
      <dsp:nvSpPr>
        <dsp:cNvPr id="0" name=""/>
        <dsp:cNvSpPr/>
      </dsp:nvSpPr>
      <dsp:spPr>
        <a:xfrm>
          <a:off x="0" y="2338844"/>
          <a:ext cx="6180857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73B576-F0CE-451B-A636-46D39C50E2C2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CF1121-482D-4CE9-B521-D0B0D051FB71}">
      <dsp:nvSpPr>
        <dsp:cNvPr id="0" name=""/>
        <dsp:cNvSpPr/>
      </dsp:nvSpPr>
      <dsp:spPr>
        <a:xfrm>
          <a:off x="1507738" y="2338844"/>
          <a:ext cx="4673119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It produced the highest R² score and the lowest prediction errors (MAE and RMSE), making it the most accurate and reliable model for predicting house prices in this project.</a:t>
          </a:r>
          <a:endParaRPr lang="en-US" sz="1600" kern="1200"/>
        </a:p>
      </dsp:txBody>
      <dsp:txXfrm>
        <a:off x="1507738" y="2338844"/>
        <a:ext cx="4673119" cy="13054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C920C-BE79-EE23-81D3-182D146D7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FBAFD7-2A76-696E-4D4D-A96341B3C5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5A68D-927B-C878-5CD0-7758C367B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347A-C896-433E-978E-308ABD8ADE02}" type="datetimeFigureOut">
              <a:rPr lang="en-GB" smtClean="0"/>
              <a:t>01/08/2026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C8014-33BF-E8C4-3FAE-5A46DCEBF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7B06B-D8E5-14CB-DBA2-E0009165D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DEFE1-5484-4DDB-9BFA-E3A7E4F0A2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8239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97F8C-C4DB-5888-B039-E3698DB54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DB439-D542-13ED-00CF-DE17BBD60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2038F-F784-D2C9-6D9C-2F50BB26B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347A-C896-433E-978E-308ABD8ADE02}" type="datetimeFigureOut">
              <a:rPr lang="en-GB" smtClean="0"/>
              <a:t>01/08/2026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59B8D-EA24-9D7B-9E75-6903CB49C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28B3E-1B74-BF99-7048-65C8A1AB5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DEFE1-5484-4DDB-9BFA-E3A7E4F0A2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4740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B7B05-86DC-FB0F-88CA-7484B1773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CDEF1-E4AF-4C2D-C247-1197EBDD0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275D9-43F2-D82A-C4B4-CBB4680DC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347A-C896-433E-978E-308ABD8ADE02}" type="datetimeFigureOut">
              <a:rPr lang="en-GB" smtClean="0"/>
              <a:t>01/08/2026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266C2-5E5C-E0FD-11FF-8CC4B1583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A606-D781-355C-D350-559E28CF7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DEFE1-5484-4DDB-9BFA-E3A7E4F0A2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9350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D71C2-B69B-F462-2075-1C1D837E5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AF8E6-00D5-E87D-417A-45C993F95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6B37C-A281-C033-F6D6-C270C686C1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CE3E0-4478-696F-64B1-EA88042B9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347A-C896-433E-978E-308ABD8ADE02}" type="datetimeFigureOut">
              <a:rPr lang="en-GB" smtClean="0"/>
              <a:t>01/08/2026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2E465F-7699-44AB-62FB-1D11CF8E5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D52B3-2A2E-7DF7-C224-520F11278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DEFE1-5484-4DDB-9BFA-E3A7E4F0A2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9114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B98C0-BD9D-E535-4469-AD55DE2A3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75E41-1735-0E64-9967-B3A99C06D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C7334-E3C4-8DCE-46D8-E773D5089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DE4BFC-7936-1FE5-2D76-6CD7BB029D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A560E1-1994-C418-057D-5FEA11624A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5A3DC5-7890-11F4-0A2D-C4DAB15DC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347A-C896-433E-978E-308ABD8ADE02}" type="datetimeFigureOut">
              <a:rPr lang="en-GB" smtClean="0"/>
              <a:t>01/08/2026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D9BBB7-7FA9-9F16-2366-8B6473A96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C9F65-2B16-5708-CF84-627CA0D06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DEFE1-5484-4DDB-9BFA-E3A7E4F0A2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445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5FCFD-8EE7-D8ED-F52F-844B4FEA9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DD9B04-7BD7-EEA1-FD22-0092FD38E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347A-C896-433E-978E-308ABD8ADE02}" type="datetimeFigureOut">
              <a:rPr lang="en-GB" smtClean="0"/>
              <a:t>01/08/2026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A3E532-D21D-ECD5-A0D1-19160BBAC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7B8A2D-62BA-DE67-610F-B7C25A01E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DEFE1-5484-4DDB-9BFA-E3A7E4F0A2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0744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89FDEE-2C2F-54BE-FECE-D0D610477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347A-C896-433E-978E-308ABD8ADE02}" type="datetimeFigureOut">
              <a:rPr lang="en-GB" smtClean="0"/>
              <a:t>01/08/2026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CFC32C-09AE-96F2-9F55-DF44DD987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2B18-5BDA-AC4A-5583-ADB5FD2A7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DEFE1-5484-4DDB-9BFA-E3A7E4F0A2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785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003C9-CD82-ACF0-F8BE-9F241C7AF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C3F7F-44A4-7535-6034-34CF4DD1A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F76C6-B281-CA6E-06F6-FC18ECDF7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EB5BD-7E66-FEFF-5AB7-25375BA8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347A-C896-433E-978E-308ABD8ADE02}" type="datetimeFigureOut">
              <a:rPr lang="en-GB" smtClean="0"/>
              <a:t>01/08/2026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C2037-9E83-2507-611A-09B198659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551BC-D2F4-A58B-8865-87491566F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DEFE1-5484-4DDB-9BFA-E3A7E4F0A2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8485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9BAEB-BF0B-E0BF-A598-0170A139D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C08BDB-07D5-FB4C-05AC-13655A7529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92A23-EF2A-EF1B-5631-D5B958762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EBE53-D52D-28ED-81FD-885E901E5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347A-C896-433E-978E-308ABD8ADE02}" type="datetimeFigureOut">
              <a:rPr lang="en-GB" smtClean="0"/>
              <a:t>01/08/2026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D45C2-491A-63C5-A64C-3D92A2E0F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82BAF8-C001-2896-ED6C-69186AFBE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DEFE1-5484-4DDB-9BFA-E3A7E4F0A2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3076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3BA64-9174-B95E-FA87-54F64D204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BC687F-89B8-CFC1-6888-796C9AB9B0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B4F67-CF8B-2FA0-855F-12BA8CE5A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347A-C896-433E-978E-308ABD8ADE02}" type="datetimeFigureOut">
              <a:rPr lang="en-GB" smtClean="0"/>
              <a:t>01/08/2026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133C7-68F0-6B12-7338-EE279D2B0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D1EB1-0FB1-155E-A260-0A0F88AFF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DEFE1-5484-4DDB-9BFA-E3A7E4F0A2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1089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933C00-3138-A5FE-131E-873AFEB139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EBF733-92B5-82E6-440D-AD1997F3AD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DAA51-D8C2-8813-03AB-E9E5B6E71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347A-C896-433E-978E-308ABD8ADE02}" type="datetimeFigureOut">
              <a:rPr lang="en-GB" smtClean="0"/>
              <a:t>01/08/2026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72165-22D4-9D13-E302-3D881D4BA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8E669-0297-FFB1-81F5-F1105A071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DEFE1-5484-4DDB-9BFA-E3A7E4F0A2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6877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04BA04-5BD2-39C9-F3F2-C380E91B6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C8719-B1C7-011B-AAFF-5728EB29E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BDCE5-5A1F-7BF2-2B96-7BD124F15C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39347A-C896-433E-978E-308ABD8ADE02}" type="datetimeFigureOut">
              <a:rPr lang="en-GB" smtClean="0"/>
              <a:t>01/08/2026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D0D2B-1CA3-C055-AD23-28F437F35B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3290F-E801-18B9-78FD-00E44088B4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BDEFE1-5484-4DDB-9BFA-E3A7E4F0A2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4301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3BB0EE-FB31-99E4-7799-0E222720C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3"/>
            <a:ext cx="4805691" cy="1296314"/>
          </a:xfrm>
        </p:spPr>
        <p:txBody>
          <a:bodyPr anchor="t">
            <a:normAutofit/>
          </a:bodyPr>
          <a:lstStyle/>
          <a:p>
            <a:pPr algn="l"/>
            <a:r>
              <a:rPr lang="en-GB" sz="2800" dirty="0">
                <a:solidFill>
                  <a:schemeClr val="tx2"/>
                </a:solidFill>
              </a:rPr>
              <a:t>House Price Analysis and Prediction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5B6D44-5277-0C79-AB87-8D901C4677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8" y="5649445"/>
            <a:ext cx="4805386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1000" dirty="0">
                <a:solidFill>
                  <a:schemeClr val="tx2"/>
                </a:solidFill>
              </a:rPr>
              <a:t>Vuyo </a:t>
            </a:r>
            <a:r>
              <a:rPr lang="en-US" sz="1000" dirty="0" err="1">
                <a:solidFill>
                  <a:schemeClr val="tx2"/>
                </a:solidFill>
              </a:rPr>
              <a:t>Matomela</a:t>
            </a:r>
            <a:endParaRPr lang="en-US" sz="1000" dirty="0">
              <a:solidFill>
                <a:schemeClr val="tx2"/>
              </a:solidFill>
            </a:endParaRPr>
          </a:p>
          <a:p>
            <a:pPr algn="l"/>
            <a:r>
              <a:rPr lang="en-US" sz="1000" dirty="0" err="1">
                <a:solidFill>
                  <a:schemeClr val="tx2"/>
                </a:solidFill>
              </a:rPr>
              <a:t>Witle</a:t>
            </a:r>
            <a:r>
              <a:rPr lang="en-US" sz="1000" dirty="0">
                <a:solidFill>
                  <a:schemeClr val="tx2"/>
                </a:solidFill>
              </a:rPr>
              <a:t> Academy </a:t>
            </a:r>
          </a:p>
          <a:p>
            <a:pPr algn="l"/>
            <a:r>
              <a:rPr lang="en-US" sz="1000" dirty="0">
                <a:solidFill>
                  <a:schemeClr val="tx2"/>
                </a:solidFill>
              </a:rPr>
              <a:t>                                                                                         Instructor: Taryn Michael</a:t>
            </a:r>
            <a:endParaRPr lang="en-GB" sz="1000" dirty="0">
              <a:solidFill>
                <a:schemeClr val="tx2"/>
              </a:solidFill>
            </a:endParaRPr>
          </a:p>
        </p:txBody>
      </p:sp>
      <p:pic>
        <p:nvPicPr>
          <p:cNvPr id="47" name="Graphic 46" descr="House">
            <a:extLst>
              <a:ext uri="{FF2B5EF4-FFF2-40B4-BE49-F238E27FC236}">
                <a16:creationId xmlns:a16="http://schemas.microsoft.com/office/drawing/2014/main" id="{5CA35CE8-CB57-6539-B089-140F27D32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5263" y="1466346"/>
            <a:ext cx="4097800" cy="409780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31307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0C3988-7738-5BE3-7525-B6F929FF3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E1BB2-3C7C-A15D-DA72-2DFEB524F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2000" dirty="0"/>
              <a:t>House prices are influenced by many factors such as location, house size, quality, and garage capacity. </a:t>
            </a:r>
          </a:p>
          <a:p>
            <a:r>
              <a:rPr lang="en-GB" sz="2000" dirty="0"/>
              <a:t>Traditional valuation methods can be subjective, so machine learning provides a data-driven approach to estimate house prices more consistently.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825862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75CCC8-5812-0090-4751-6F12EF0E9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E4B263-FEC8-B940-C96B-9A6E00B757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898966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67372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8C9A93-DAD4-1DE2-2867-552AE1147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F34681-E105-2D16-B108-040A88B2EB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766591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1425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1D4D14-CBEC-ABB1-9EFE-B6595CD26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Dataset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C85AA2-9968-B6EF-A594-BDDCBE3FB6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178507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3160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6D7878-968D-9C35-2435-F93644BE9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Data Cleaning</a:t>
            </a:r>
            <a:endParaRPr lang="en-GB" sz="4000" dirty="0">
              <a:solidFill>
                <a:srgbClr val="FFFFFF"/>
              </a:solidFill>
            </a:endParaRPr>
          </a:p>
        </p:txBody>
      </p:sp>
      <p:graphicFrame>
        <p:nvGraphicFramePr>
          <p:cNvPr id="396" name="Content Placeholder 2">
            <a:extLst>
              <a:ext uri="{FF2B5EF4-FFF2-40B4-BE49-F238E27FC236}">
                <a16:creationId xmlns:a16="http://schemas.microsoft.com/office/drawing/2014/main" id="{750DBBEF-43B5-1D22-ADCD-755AF49FF70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503158" y="649480"/>
          <a:ext cx="4862447" cy="554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8955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D85F3D-C168-3604-961F-ED192ABF5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Exploratory Data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862941-83D0-F973-0B42-357C4D1996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917512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7301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C1EDF-28B6-153A-CE1E-48693DF2E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A979DD-9D82-17A7-D9A2-32CBB905A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Distribution of SalePrice </a:t>
            </a:r>
            <a:b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ED3F1A-957B-8957-99FA-9D9EC0129A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097588"/>
            <a:ext cx="7214616" cy="463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63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3A065C-3232-DD9B-FC11-B26C190CD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Correlation heatmap </a:t>
            </a:r>
            <a:br>
              <a:rPr lang="en-US" sz="5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0868D3-1725-A564-2159-9C4C3D82D0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446" y="640080"/>
            <a:ext cx="6810315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920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9734AA-D2B6-56B7-6176-CC86AFDCA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628E51-A0AF-46FA-13D1-1F44224BE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Scatter plot (GrLivArea vs SalePrice)</a:t>
            </a:r>
            <a:b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3E729B-55F2-DC89-EDD3-40A426FF2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1178753"/>
            <a:ext cx="7214616" cy="447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435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88674C-666D-1A69-B37F-CE9F4C87A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Machine Learning Models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00BB2D-F3E2-66A6-5CE8-C1B1EEA3E7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341567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2893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5B7606-6A49-6C53-6096-94FBF6548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744DEC-B6B5-D3A5-180B-6AF22B7EC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4287320"/>
              </p:ext>
            </p:extLst>
          </p:nvPr>
        </p:nvGraphicFramePr>
        <p:xfrm>
          <a:off x="4905052" y="511388"/>
          <a:ext cx="6666835" cy="5154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2">
                  <a:extLst>
                    <a:ext uri="{9D8B030D-6E8A-4147-A177-3AD203B41FA5}">
                      <a16:colId xmlns:a16="http://schemas.microsoft.com/office/drawing/2014/main" val="70863635"/>
                    </a:ext>
                  </a:extLst>
                </a:gridCol>
                <a:gridCol w="1360231">
                  <a:extLst>
                    <a:ext uri="{9D8B030D-6E8A-4147-A177-3AD203B41FA5}">
                      <a16:colId xmlns:a16="http://schemas.microsoft.com/office/drawing/2014/main" val="1457401588"/>
                    </a:ext>
                  </a:extLst>
                </a:gridCol>
                <a:gridCol w="1637393">
                  <a:extLst>
                    <a:ext uri="{9D8B030D-6E8A-4147-A177-3AD203B41FA5}">
                      <a16:colId xmlns:a16="http://schemas.microsoft.com/office/drawing/2014/main" val="4062079650"/>
                    </a:ext>
                  </a:extLst>
                </a:gridCol>
                <a:gridCol w="1200329">
                  <a:extLst>
                    <a:ext uri="{9D8B030D-6E8A-4147-A177-3AD203B41FA5}">
                      <a16:colId xmlns:a16="http://schemas.microsoft.com/office/drawing/2014/main" val="1379226232"/>
                    </a:ext>
                  </a:extLst>
                </a:gridCol>
              </a:tblGrid>
              <a:tr h="551444">
                <a:tc>
                  <a:txBody>
                    <a:bodyPr/>
                    <a:lstStyle/>
                    <a:p>
                      <a:r>
                        <a:rPr lang="en-US" sz="3000"/>
                        <a:t>Model</a:t>
                      </a:r>
                      <a:endParaRPr lang="en-GB" sz="3000"/>
                    </a:p>
                  </a:txBody>
                  <a:tcPr marL="153506" marR="153506" marT="76753" marB="76753"/>
                </a:tc>
                <a:tc>
                  <a:txBody>
                    <a:bodyPr/>
                    <a:lstStyle/>
                    <a:p>
                      <a:r>
                        <a:rPr lang="en-US" sz="3000"/>
                        <a:t>MAE</a:t>
                      </a:r>
                      <a:endParaRPr lang="en-GB" sz="3000"/>
                    </a:p>
                  </a:txBody>
                  <a:tcPr marL="153506" marR="153506" marT="76753" marB="76753"/>
                </a:tc>
                <a:tc>
                  <a:txBody>
                    <a:bodyPr/>
                    <a:lstStyle/>
                    <a:p>
                      <a:r>
                        <a:rPr lang="en-US" sz="3000"/>
                        <a:t>RSME</a:t>
                      </a:r>
                      <a:endParaRPr lang="en-GB" sz="3000"/>
                    </a:p>
                  </a:txBody>
                  <a:tcPr marL="153506" marR="153506" marT="76753" marB="76753"/>
                </a:tc>
                <a:tc>
                  <a:txBody>
                    <a:bodyPr/>
                    <a:lstStyle/>
                    <a:p>
                      <a:r>
                        <a:rPr lang="en-US" sz="3000"/>
                        <a:t>R^2</a:t>
                      </a:r>
                      <a:endParaRPr lang="en-GB" sz="3000"/>
                    </a:p>
                  </a:txBody>
                  <a:tcPr marL="153506" marR="153506" marT="76753" marB="76753"/>
                </a:tc>
                <a:extLst>
                  <a:ext uri="{0D108BD9-81ED-4DB2-BD59-A6C34878D82A}">
                    <a16:rowId xmlns:a16="http://schemas.microsoft.com/office/drawing/2014/main" val="14192860"/>
                  </a:ext>
                </a:extLst>
              </a:tr>
              <a:tr h="1377113">
                <a:tc>
                  <a:txBody>
                    <a:bodyPr/>
                    <a:lstStyle/>
                    <a:p>
                      <a:r>
                        <a:rPr lang="en-GB" sz="3000" dirty="0"/>
                        <a:t>Random Forest</a:t>
                      </a:r>
                    </a:p>
                  </a:txBody>
                  <a:tcPr marL="153506" marR="153506" marT="76753" marB="76753"/>
                </a:tc>
                <a:tc>
                  <a:txBody>
                    <a:bodyPr/>
                    <a:lstStyle/>
                    <a:p>
                      <a:r>
                        <a:rPr lang="en-GB" sz="3000" dirty="0"/>
                        <a:t>17672.18</a:t>
                      </a:r>
                    </a:p>
                  </a:txBody>
                  <a:tcPr marL="153506" marR="153506" marT="76753" marB="76753"/>
                </a:tc>
                <a:tc>
                  <a:txBody>
                    <a:bodyPr/>
                    <a:lstStyle/>
                    <a:p>
                      <a:r>
                        <a:rPr lang="en-GB" sz="3000" dirty="0"/>
                        <a:t>28848.29</a:t>
                      </a:r>
                    </a:p>
                  </a:txBody>
                  <a:tcPr marL="153506" marR="153506" marT="76753" marB="76753"/>
                </a:tc>
                <a:tc>
                  <a:txBody>
                    <a:bodyPr/>
                    <a:lstStyle/>
                    <a:p>
                      <a:r>
                        <a:rPr lang="en-GB" sz="3000" dirty="0"/>
                        <a:t>0.89</a:t>
                      </a:r>
                    </a:p>
                  </a:txBody>
                  <a:tcPr marL="153506" marR="153506" marT="76753" marB="76753"/>
                </a:tc>
                <a:extLst>
                  <a:ext uri="{0D108BD9-81ED-4DB2-BD59-A6C34878D82A}">
                    <a16:rowId xmlns:a16="http://schemas.microsoft.com/office/drawing/2014/main" val="2251705264"/>
                  </a:ext>
                </a:extLst>
              </a:tr>
              <a:tr h="1377113">
                <a:tc>
                  <a:txBody>
                    <a:bodyPr/>
                    <a:lstStyle/>
                    <a:p>
                      <a:r>
                        <a:rPr lang="en-GB" sz="3000"/>
                        <a:t>Decision Tree</a:t>
                      </a:r>
                    </a:p>
                  </a:txBody>
                  <a:tcPr marL="153506" marR="153506" marT="76753" marB="76753"/>
                </a:tc>
                <a:tc>
                  <a:txBody>
                    <a:bodyPr/>
                    <a:lstStyle/>
                    <a:p>
                      <a:r>
                        <a:rPr lang="en-GB" sz="3000" dirty="0"/>
                        <a:t>26986.47	</a:t>
                      </a:r>
                    </a:p>
                  </a:txBody>
                  <a:tcPr marL="153506" marR="153506" marT="76753" marB="76753"/>
                </a:tc>
                <a:tc>
                  <a:txBody>
                    <a:bodyPr/>
                    <a:lstStyle/>
                    <a:p>
                      <a:r>
                        <a:rPr lang="en-GB" sz="3000" dirty="0"/>
                        <a:t>41518.96</a:t>
                      </a:r>
                    </a:p>
                  </a:txBody>
                  <a:tcPr marL="153506" marR="153506" marT="76753" marB="76753"/>
                </a:tc>
                <a:tc>
                  <a:txBody>
                    <a:bodyPr/>
                    <a:lstStyle/>
                    <a:p>
                      <a:r>
                        <a:rPr lang="en-GB" sz="3000" dirty="0"/>
                        <a:t>0.78</a:t>
                      </a:r>
                    </a:p>
                  </a:txBody>
                  <a:tcPr marL="153506" marR="153506" marT="76753" marB="76753"/>
                </a:tc>
                <a:extLst>
                  <a:ext uri="{0D108BD9-81ED-4DB2-BD59-A6C34878D82A}">
                    <a16:rowId xmlns:a16="http://schemas.microsoft.com/office/drawing/2014/main" val="2014887149"/>
                  </a:ext>
                </a:extLst>
              </a:tr>
              <a:tr h="1789947">
                <a:tc>
                  <a:txBody>
                    <a:bodyPr/>
                    <a:lstStyle/>
                    <a:p>
                      <a:r>
                        <a:rPr lang="en-US" sz="3000" dirty="0"/>
                        <a:t>Linear Regression</a:t>
                      </a:r>
                      <a:endParaRPr lang="en-GB" sz="3000" dirty="0"/>
                    </a:p>
                  </a:txBody>
                  <a:tcPr marL="153506" marR="153506" marT="76753" marB="76753"/>
                </a:tc>
                <a:tc>
                  <a:txBody>
                    <a:bodyPr/>
                    <a:lstStyle/>
                    <a:p>
                      <a:r>
                        <a:rPr lang="en-GB" sz="3000" dirty="0"/>
                        <a:t>20498.51		</a:t>
                      </a:r>
                    </a:p>
                  </a:txBody>
                  <a:tcPr marL="153506" marR="153506" marT="76753" marB="76753"/>
                </a:tc>
                <a:tc>
                  <a:txBody>
                    <a:bodyPr/>
                    <a:lstStyle/>
                    <a:p>
                      <a:r>
                        <a:rPr lang="en-GB" sz="3000" dirty="0"/>
                        <a:t>49289.19</a:t>
                      </a:r>
                    </a:p>
                  </a:txBody>
                  <a:tcPr marL="153506" marR="153506" marT="76753" marB="7675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000" dirty="0"/>
                        <a:t>0.68</a:t>
                      </a:r>
                    </a:p>
                    <a:p>
                      <a:endParaRPr lang="en-GB" sz="3000" dirty="0"/>
                    </a:p>
                  </a:txBody>
                  <a:tcPr marL="153506" marR="153506" marT="76753" marB="76753"/>
                </a:tc>
                <a:extLst>
                  <a:ext uri="{0D108BD9-81ED-4DB2-BD59-A6C34878D82A}">
                    <a16:rowId xmlns:a16="http://schemas.microsoft.com/office/drawing/2014/main" val="4037068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8299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475919-FA9E-D832-0C9D-6FFDB16B5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BC2C52C-F819-DC58-E69F-546015C26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3E5B92-D160-6F70-FEBA-7F7A661413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15EDB4-EDE2-DF27-FA0C-8DAE2F018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699C59-F09D-7156-6003-AC8729A61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7C4FF2A-9098-B2B4-1187-4B97C2E34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4C3756-8FF9-791B-C363-23D84ACC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E18CF8-F470-923E-9600-037BD5F2A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Results</a:t>
            </a:r>
          </a:p>
        </p:txBody>
      </p:sp>
      <p:graphicFrame>
        <p:nvGraphicFramePr>
          <p:cNvPr id="21" name="Content Placeholder 4">
            <a:extLst>
              <a:ext uri="{FF2B5EF4-FFF2-40B4-BE49-F238E27FC236}">
                <a16:creationId xmlns:a16="http://schemas.microsoft.com/office/drawing/2014/main" id="{A4AC94C6-3582-BE51-D4C9-F8BE9485D36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24302" y="1904446"/>
          <a:ext cx="6180858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4488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EB7617-11D7-A1B8-21F4-527D38E95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Feature Importance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56DFF5-F31A-D25A-C0CB-23DB56B1B8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207083"/>
            <a:ext cx="7225748" cy="444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318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01FD55-5A43-7DBB-858B-774FCCC46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Conclusion</a:t>
            </a:r>
            <a:endParaRPr lang="en-GB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41554-7437-B1E8-A1AF-0F94101FB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dirty="0"/>
              <a:t>This project demonstrated how machine learning can be used to predict house prices through data preprocessing, analysis, and model evaluation. The results highlight the value of data-driven approaches in building accurate predictive models.</a:t>
            </a:r>
          </a:p>
        </p:txBody>
      </p:sp>
    </p:spTree>
    <p:extLst>
      <p:ext uri="{BB962C8B-B14F-4D97-AF65-F5344CB8AC3E}">
        <p14:creationId xmlns:p14="http://schemas.microsoft.com/office/powerpoint/2010/main" val="3295833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D1E005-F5A6-C918-A8FD-6804A6C83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 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747ECE7B-70E5-E480-797D-0BAFF37EC2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70640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888</TotalTime>
  <Words>304</Words>
  <Application>Microsoft Office PowerPoint</Application>
  <PresentationFormat>Widescreen</PresentationFormat>
  <Paragraphs>70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House Price Analysis and Prediction Using Machine Learning</vt:lpstr>
      <vt:lpstr>Introduction</vt:lpstr>
      <vt:lpstr>Problem Statement</vt:lpstr>
      <vt:lpstr>Objectives</vt:lpstr>
      <vt:lpstr>Dataset</vt:lpstr>
      <vt:lpstr>Data Cleaning</vt:lpstr>
      <vt:lpstr>Exploratory Data Analysis</vt:lpstr>
      <vt:lpstr>Distribution of SalePrice  </vt:lpstr>
      <vt:lpstr>Correlation heatmap  </vt:lpstr>
      <vt:lpstr>Scatter plot (GrLivArea vs SalePrice) </vt:lpstr>
      <vt:lpstr>Machine Learning Models</vt:lpstr>
      <vt:lpstr>Results</vt:lpstr>
      <vt:lpstr>Results</vt:lpstr>
      <vt:lpstr>Feature Importance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VUYO MATOMELA</dc:creator>
  <cp:lastModifiedBy>VUYO MATOMELA</cp:lastModifiedBy>
  <cp:revision>12</cp:revision>
  <dcterms:created xsi:type="dcterms:W3CDTF">2026-08-01T16:00:42Z</dcterms:created>
  <dcterms:modified xsi:type="dcterms:W3CDTF">2026-08-02T06:48:50Z</dcterms:modified>
</cp:coreProperties>
</file>